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autoCompressPictures="0" embedTrueTypeFonts="1" strictFirstAndLastChars="0" saveSubsetFonts="1">
  <p:sldMasterIdLst>
    <p:sldMasterId id="2147483655" r:id="rId3"/>
  </p:sldMasterIdLst>
  <p:notesMasterIdLst>
    <p:notesMasterId r:id="rId4"/>
  </p:notesMasterIdLst>
  <p:sldIdLst>
    <p:sldId id="256" r:id="rId5"/>
  </p:sldIdLst>
  <p:sldSz cy="6858000" cx="9144000"/>
  <p:notesSz cx="6858000" cy="9144000"/>
  <p:embeddedFontLst>
    <p:embeddedFont>
      <p:font typeface="Lobster"/>
      <p:regular r:id="rId6"/>
    </p:embeddedFont>
    <p:embeddedFont>
      <p:font typeface="Montserrat"/>
      <p:regular r:id="rId7"/>
      <p:bold r:id="rId8"/>
      <p:italic r:id="rId9"/>
      <p:boldItalic r:id="rId10"/>
    </p:embeddedFont>
    <p:embeddedFont>
      <p:font typeface="Pacifico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None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Pacifico-regular.fntdata"/><Relationship Id="rId10" Type="http://schemas.openxmlformats.org/officeDocument/2006/relationships/font" Target="fonts/Montserrat-boldItalic.fntdata"/><Relationship Id="rId9" Type="http://schemas.openxmlformats.org/officeDocument/2006/relationships/font" Target="fonts/Montserrat-italic.fntdata"/><Relationship Id="rId5" Type="http://schemas.openxmlformats.org/officeDocument/2006/relationships/slide" Target="slides/slide1.xml"/><Relationship Id="rId6" Type="http://schemas.openxmlformats.org/officeDocument/2006/relationships/font" Target="fonts/Lobster-regular.fntdata"/><Relationship Id="rId7" Type="http://schemas.openxmlformats.org/officeDocument/2006/relationships/font" Target="fonts/Montserrat-regular.fntdata"/><Relationship Id="rId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884612" y="0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0" lvl="0" marL="0" marR="0" rtl="0" algn="r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884612" y="8685213"/>
            <a:ext cx="29717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>
            <a:noAutofit/>
          </a:bodyPr>
          <a:lstStyle/>
          <a:p>
            <a:pPr indent="0" lvl="0" marL="0" marR="0" rtl="0" algn="r">
              <a:spcBef>
                <a:spcPts val="0"/>
              </a:spcBef>
            </a:pPr>
            <a:r>
              <a:t/>
            </a:r>
            <a:endParaRPr/>
          </a:p>
          <a:p>
            <a:pPr indent="0" lvl="1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2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3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4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5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6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7" marL="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8" marL="0" marR="0" rtl="0" algn="l">
              <a:spcBef>
                <a:spcPts val="0"/>
              </a:spcBef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6" name="Shape 36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/>
          <p:nvPr>
            <p:ph type="ctrTitle"/>
          </p:nvPr>
        </p:nvSpPr>
        <p:spPr>
          <a:xfrm>
            <a:off x="685800" y="2111123"/>
            <a:ext cx="7772400" cy="15465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/>
        </p:txBody>
      </p:sp>
      <p:sp>
        <p:nvSpPr>
          <p:cNvPr id="15" name="Shape 15"/>
          <p:cNvSpPr txBox="1"/>
          <p:nvPr>
            <p:ph idx="1" type="subTitle"/>
          </p:nvPr>
        </p:nvSpPr>
        <p:spPr>
          <a:xfrm>
            <a:off x="685800" y="3786737"/>
            <a:ext cx="7772400" cy="10464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0"/>
              </a:spcBef>
              <a:buClr>
                <a:srgbClr val="00B6AA"/>
              </a:buClr>
              <a:buNone/>
              <a:defRPr>
                <a:solidFill>
                  <a:srgbClr val="00B6AA"/>
                </a:solidFill>
              </a:defRPr>
            </a:lvl1pPr>
            <a:lvl2pPr lvl="1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1" name="Shape 21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  <p:sp>
        <p:nvSpPr>
          <p:cNvPr id="22" name="Shape 22"/>
          <p:cNvSpPr txBox="1"/>
          <p:nvPr>
            <p:ph idx="2" type="body"/>
          </p:nvPr>
        </p:nvSpPr>
        <p:spPr>
          <a:xfrm>
            <a:off x="4692273" y="1600200"/>
            <a:ext cx="3994500" cy="4967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/>
          <p:nvPr>
            <p:ph idx="1" type="body"/>
          </p:nvPr>
        </p:nvSpPr>
        <p:spPr>
          <a:xfrm>
            <a:off x="457200" y="5875078"/>
            <a:ext cx="8229600" cy="692700"/>
          </a:xfrm>
          <a:prstGeom prst="rect">
            <a:avLst/>
          </a:prstGeom>
        </p:spPr>
        <p:txBody>
          <a:bodyPr anchorCtr="0" anchor="t" bIns="91425" lIns="91425" rIns="91425" tIns="91425"/>
          <a:lstStyle>
            <a:lvl1pPr lvl="0" algn="ctr">
              <a:spcBef>
                <a:spcPts val="360"/>
              </a:spcBef>
              <a:buSzPct val="100000"/>
              <a:buNone/>
              <a:defRPr sz="1800"/>
            </a:lvl1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obj">
  <p:cSld name="WWCode Templat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/>
          <p:nvPr>
            <p:ph type="title"/>
          </p:nvPr>
        </p:nvSpPr>
        <p:spPr>
          <a:xfrm>
            <a:off x="48481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lvl="0" rtl="0" algn="ctr">
              <a:spcBef>
                <a:spcPts val="0"/>
              </a:spcBef>
              <a:buClr>
                <a:schemeClr val="dk2"/>
              </a:buClr>
              <a:buFont typeface="Montserrat"/>
              <a:buNone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buClr>
                <a:schemeClr val="dk2"/>
              </a:buClr>
              <a:buFont typeface="Montserrat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0" name="Shape 30"/>
          <p:cNvSpPr txBox="1"/>
          <p:nvPr>
            <p:ph idx="1" type="body"/>
          </p:nvPr>
        </p:nvSpPr>
        <p:spPr>
          <a:xfrm>
            <a:off x="430850" y="1295400"/>
            <a:ext cx="8283599" cy="56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indent="-228600" lvl="0" marL="342900" rtl="0" algn="l">
              <a:spcBef>
                <a:spcPts val="700"/>
              </a:spcBef>
              <a:buClr>
                <a:srgbClr val="252526"/>
              </a:buClr>
              <a:buChar char="•"/>
              <a:defRPr sz="2800">
                <a:solidFill>
                  <a:srgbClr val="252526"/>
                </a:solidFill>
              </a:defRPr>
            </a:lvl1pPr>
            <a:lvl2pPr indent="-171450" lvl="1" marL="742950" rtl="0" algn="l">
              <a:spcBef>
                <a:spcPts val="360"/>
              </a:spcBef>
              <a:buClr>
                <a:srgbClr val="252526"/>
              </a:buClr>
              <a:buChar char="–"/>
              <a:defRPr>
                <a:solidFill>
                  <a:srgbClr val="252526"/>
                </a:solidFill>
              </a:defRPr>
            </a:lvl2pPr>
            <a:lvl3pPr indent="-114300" lvl="2" marL="1143000" rtl="0" algn="l">
              <a:spcBef>
                <a:spcPts val="360"/>
              </a:spcBef>
              <a:buClr>
                <a:srgbClr val="252526"/>
              </a:buClr>
              <a:buChar char="•"/>
              <a:defRPr>
                <a:solidFill>
                  <a:srgbClr val="252526"/>
                </a:solidFill>
              </a:defRPr>
            </a:lvl3pPr>
            <a:lvl4pPr indent="-114300" lvl="3" marL="1600200" rtl="0" algn="l">
              <a:spcBef>
                <a:spcPts val="360"/>
              </a:spcBef>
              <a:buClr>
                <a:srgbClr val="252526"/>
              </a:buClr>
              <a:buChar char="–"/>
              <a:defRPr>
                <a:solidFill>
                  <a:srgbClr val="252526"/>
                </a:solidFill>
              </a:defRPr>
            </a:lvl4pPr>
            <a:lvl5pPr indent="-114300" lvl="4" marL="2057400" rtl="0" algn="l">
              <a:spcBef>
                <a:spcPts val="360"/>
              </a:spcBef>
              <a:buClr>
                <a:srgbClr val="252526"/>
              </a:buClr>
              <a:buChar char="»"/>
              <a:defRPr>
                <a:solidFill>
                  <a:srgbClr val="252526"/>
                </a:solidFill>
              </a:defRPr>
            </a:lvl5pPr>
            <a:lvl6pPr indent="-101600" lvl="5" marL="2514600" rtl="0" algn="l">
              <a:spcBef>
                <a:spcPts val="400"/>
              </a:spcBef>
              <a:buClr>
                <a:srgbClr val="252526"/>
              </a:buClr>
              <a:buChar char="•"/>
              <a:defRPr>
                <a:solidFill>
                  <a:srgbClr val="252526"/>
                </a:solidFill>
              </a:defRPr>
            </a:lvl6pPr>
            <a:lvl7pPr indent="-101600" lvl="6" marL="2971800" rtl="0" algn="l">
              <a:spcBef>
                <a:spcPts val="400"/>
              </a:spcBef>
              <a:buClr>
                <a:srgbClr val="252526"/>
              </a:buClr>
              <a:buChar char="•"/>
              <a:defRPr>
                <a:solidFill>
                  <a:srgbClr val="252526"/>
                </a:solidFill>
              </a:defRPr>
            </a:lvl7pPr>
            <a:lvl8pPr indent="-101600" lvl="7" marL="3429000" rtl="0" algn="l">
              <a:spcBef>
                <a:spcPts val="400"/>
              </a:spcBef>
              <a:buClr>
                <a:srgbClr val="252526"/>
              </a:buClr>
              <a:buChar char="•"/>
              <a:defRPr>
                <a:solidFill>
                  <a:srgbClr val="252526"/>
                </a:solidFill>
              </a:defRPr>
            </a:lvl8pPr>
            <a:lvl9pPr indent="-101600" lvl="8" marL="3886200" rtl="0" algn="l">
              <a:spcBef>
                <a:spcPts val="400"/>
              </a:spcBef>
              <a:buClr>
                <a:srgbClr val="252526"/>
              </a:buClr>
              <a:buChar char="•"/>
              <a:defRPr>
                <a:solidFill>
                  <a:srgbClr val="252526"/>
                </a:solidFill>
              </a:defRPr>
            </a:lvl9pPr>
          </a:lstStyle>
          <a:p/>
        </p:txBody>
      </p:sp>
      <p:sp>
        <p:nvSpPr>
          <p:cNvPr id="31" name="Shape 31"/>
          <p:cNvSpPr txBox="1"/>
          <p:nvPr>
            <p:ph idx="10" type="dt"/>
          </p:nvPr>
        </p:nvSpPr>
        <p:spPr>
          <a:xfrm>
            <a:off x="457200" y="6356350"/>
            <a:ext cx="21335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l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2" name="Shape 32"/>
          <p:cNvSpPr txBox="1"/>
          <p:nvPr>
            <p:ph idx="11" type="ftr"/>
          </p:nvPr>
        </p:nvSpPr>
        <p:spPr>
          <a:xfrm>
            <a:off x="3124200" y="6356350"/>
            <a:ext cx="2895600" cy="36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/>
          <a:lstStyle>
            <a:lvl1pPr indent="0" lvl="0" marL="0" marR="0" rtl="0" algn="ctr">
              <a:spcBef>
                <a:spcPts val="0"/>
              </a:spcBef>
              <a:defRPr/>
            </a:lvl1pPr>
            <a:lvl2pPr indent="0" lvl="1" marL="457200" marR="0" rtl="0" algn="l">
              <a:spcBef>
                <a:spcPts val="0"/>
              </a:spcBef>
              <a:defRPr/>
            </a:lvl2pPr>
            <a:lvl3pPr indent="0" lvl="2" marL="914400" marR="0" rtl="0" algn="l">
              <a:spcBef>
                <a:spcPts val="0"/>
              </a:spcBef>
              <a:defRPr/>
            </a:lvl3pPr>
            <a:lvl4pPr indent="0" lvl="3" marL="1371600" marR="0" rtl="0" algn="l">
              <a:spcBef>
                <a:spcPts val="0"/>
              </a:spcBef>
              <a:defRPr/>
            </a:lvl4pPr>
            <a:lvl5pPr indent="0" lvl="4" marL="1828800" marR="0" rtl="0" algn="l">
              <a:spcBef>
                <a:spcPts val="0"/>
              </a:spcBef>
              <a:defRPr/>
            </a:lvl5pPr>
            <a:lvl6pPr indent="0" lvl="5" marL="2286000" marR="0" rtl="0" algn="l">
              <a:spcBef>
                <a:spcPts val="0"/>
              </a:spcBef>
              <a:defRPr/>
            </a:lvl6pPr>
            <a:lvl7pPr indent="0" lvl="6" marL="2743200" marR="0" rtl="0" algn="l">
              <a:spcBef>
                <a:spcPts val="0"/>
              </a:spcBef>
              <a:defRPr/>
            </a:lvl7pPr>
            <a:lvl8pPr indent="0" lvl="7" marL="3200400" marR="0" rtl="0" algn="l">
              <a:spcBef>
                <a:spcPts val="0"/>
              </a:spcBef>
              <a:defRPr/>
            </a:lvl8pPr>
            <a:lvl9pPr indent="0" lvl="8" marL="3657600" marR="0" rtl="0" algn="l">
              <a:spcBef>
                <a:spcPts val="0"/>
              </a:spcBef>
              <a:defRPr/>
            </a:lvl9pPr>
          </a:lstStyle>
          <a:p/>
        </p:txBody>
      </p:sp>
      <p:sp>
        <p:nvSpPr>
          <p:cNvPr id="33" name="Shape 33"/>
          <p:cNvSpPr txBox="1"/>
          <p:nvPr>
            <p:ph idx="12" type="sldNum"/>
          </p:nvPr>
        </p:nvSpPr>
        <p:spPr>
          <a:xfrm>
            <a:off x="6553200" y="6356350"/>
            <a:ext cx="2133599" cy="365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indent="0" lvl="0" marL="0" marR="0" rtl="0" algn="r">
              <a:spcBef>
                <a:spcPts val="0"/>
              </a:spcBef>
            </a:pPr>
            <a:r>
              <a:t/>
            </a:r>
            <a:endParaRPr/>
          </a:p>
          <a:p>
            <a:pPr indent="0" lvl="1" marL="4572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2" marL="9144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3" marL="13716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4" marL="18288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5" marL="22860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6" marL="27432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7" marL="3200400" marR="0" rtl="0" algn="l">
              <a:spcBef>
                <a:spcPts val="0"/>
              </a:spcBef>
            </a:pPr>
            <a:r>
              <a:t/>
            </a:r>
            <a:endParaRPr/>
          </a:p>
          <a:p>
            <a:pPr indent="0" lvl="8" marL="3657600" marR="0" rtl="0" algn="l">
              <a:spcBef>
                <a:spcPts val="0"/>
              </a:spcBef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rIns="91425" tIns="91425"/>
          <a:lstStyle>
            <a:lvl1pPr lvl="0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b="1"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Shape 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/>
          <a:lstStyle>
            <a:lvl1pPr lvl="0">
              <a:spcBef>
                <a:spcPts val="600"/>
              </a:spcBef>
              <a:buClr>
                <a:schemeClr val="dk1"/>
              </a:buClr>
              <a:buSzPct val="100000"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480"/>
              </a:spcBef>
              <a:buClr>
                <a:schemeClr val="dk1"/>
              </a:buClr>
              <a:buSzPct val="100000"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360"/>
              </a:spcBef>
              <a:buClr>
                <a:schemeClr val="dk1"/>
              </a:buClr>
              <a:buSzPct val="100000"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Shape 12"/>
          <p:cNvSpPr/>
          <p:nvPr/>
        </p:nvSpPr>
        <p:spPr>
          <a:xfrm>
            <a:off x="0" y="6668375"/>
            <a:ext cx="9144000" cy="217799"/>
          </a:xfrm>
          <a:prstGeom prst="rect">
            <a:avLst/>
          </a:prstGeom>
          <a:solidFill>
            <a:srgbClr val="00B6AA"/>
          </a:solidFill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None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01.png"/><Relationship Id="rId4" Type="http://schemas.openxmlformats.org/officeDocument/2006/relationships/image" Target="../media/image0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 txBox="1"/>
          <p:nvPr/>
        </p:nvSpPr>
        <p:spPr>
          <a:xfrm>
            <a:off x="1086600" y="258325"/>
            <a:ext cx="69708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rIns="91425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buSzPct val="25000"/>
              <a:buNone/>
            </a:pPr>
            <a:r>
              <a:rPr lang="en-US" sz="3600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Congratulations</a:t>
            </a:r>
          </a:p>
          <a:p>
            <a:pPr lvl="0" rtl="0" algn="ctr">
              <a:spcBef>
                <a:spcPts val="0"/>
              </a:spcBef>
              <a:buClr>
                <a:schemeClr val="dk1"/>
              </a:buClr>
              <a:buSzPct val="25000"/>
              <a:buFont typeface="Arial"/>
              <a:buNone/>
            </a:pPr>
            <a:r>
              <a:rPr i="1" lang="en-US" sz="2800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Third  Place Winner</a:t>
            </a: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2300"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2300">
              <a:solidFill>
                <a:srgbClr val="00B6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spcBef>
                <a:spcPts val="0"/>
              </a:spcBef>
              <a:buNone/>
            </a:pPr>
            <a:r>
              <a:t/>
            </a:r>
            <a:endParaRPr sz="3600">
              <a:solidFill>
                <a:srgbClr val="00B6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ack copy.png" id="39" name="Shape 39"/>
          <p:cNvPicPr preferRelativeResize="0"/>
          <p:nvPr/>
        </p:nvPicPr>
        <p:blipFill rotWithShape="1">
          <a:blip r:embed="rId3">
            <a:alphaModFix/>
          </a:blip>
          <a:srcRect b="0" l="0" r="0" t="55381"/>
          <a:stretch/>
        </p:blipFill>
        <p:spPr>
          <a:xfrm>
            <a:off x="2338200" y="3832149"/>
            <a:ext cx="4467595" cy="1993475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Shape 40"/>
          <p:cNvSpPr txBox="1"/>
          <p:nvPr/>
        </p:nvSpPr>
        <p:spPr>
          <a:xfrm>
            <a:off x="0" y="2189500"/>
            <a:ext cx="91440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-US" sz="3000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HACK FOR SAFE CAMPUS</a:t>
            </a:r>
          </a:p>
          <a:p>
            <a:pPr lvl="0" rtl="0" algn="ctr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Saturday October 8, 2016. Paypal, San Jose, CA</a:t>
            </a:r>
          </a:p>
        </p:txBody>
      </p:sp>
      <p:sp>
        <p:nvSpPr>
          <p:cNvPr id="41" name="Shape 41"/>
          <p:cNvSpPr txBox="1"/>
          <p:nvPr/>
        </p:nvSpPr>
        <p:spPr>
          <a:xfrm>
            <a:off x="381000" y="5647900"/>
            <a:ext cx="41526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Guiti Nabavi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Co-Founder Silicon Valley Chapter</a:t>
            </a:r>
          </a:p>
          <a:p>
            <a:pPr lvl="0" rtl="0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Women Who Code</a:t>
            </a:r>
          </a:p>
        </p:txBody>
      </p:sp>
      <p:sp>
        <p:nvSpPr>
          <p:cNvPr id="42" name="Shape 42"/>
          <p:cNvSpPr txBox="1"/>
          <p:nvPr/>
        </p:nvSpPr>
        <p:spPr>
          <a:xfrm>
            <a:off x="4648200" y="5647900"/>
            <a:ext cx="4152600" cy="119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rIns="91425" tIns="91425">
            <a:noAutofit/>
          </a:bodyPr>
          <a:lstStyle/>
          <a:p>
            <a:pPr lvl="0" rtl="0" algn="r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Alaina Percival</a:t>
            </a:r>
          </a:p>
          <a:p>
            <a:pPr lvl="0" rtl="0" algn="r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CEO &amp; Board Chair</a:t>
            </a:r>
          </a:p>
          <a:p>
            <a:pPr lvl="0" rtl="0" algn="r">
              <a:spcBef>
                <a:spcPts val="0"/>
              </a:spcBef>
              <a:buNone/>
            </a:pPr>
            <a:r>
              <a:rPr lang="en-US">
                <a:solidFill>
                  <a:srgbClr val="00B6AA"/>
                </a:solidFill>
                <a:latin typeface="Montserrat"/>
                <a:ea typeface="Montserrat"/>
                <a:cs typeface="Montserrat"/>
                <a:sym typeface="Montserrat"/>
              </a:rPr>
              <a:t>Women Who Code</a:t>
            </a:r>
          </a:p>
        </p:txBody>
      </p:sp>
      <p:cxnSp>
        <p:nvCxnSpPr>
          <p:cNvPr id="43" name="Shape 43"/>
          <p:cNvCxnSpPr/>
          <p:nvPr/>
        </p:nvCxnSpPr>
        <p:spPr>
          <a:xfrm>
            <a:off x="381000" y="5861950"/>
            <a:ext cx="2482200" cy="2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none"/>
          </a:ln>
        </p:spPr>
      </p:cxnSp>
      <p:cxnSp>
        <p:nvCxnSpPr>
          <p:cNvPr id="44" name="Shape 44"/>
          <p:cNvCxnSpPr/>
          <p:nvPr/>
        </p:nvCxnSpPr>
        <p:spPr>
          <a:xfrm>
            <a:off x="6324600" y="5861950"/>
            <a:ext cx="2482200" cy="2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none"/>
          </a:ln>
        </p:spPr>
      </p:cxnSp>
      <p:sp>
        <p:nvSpPr>
          <p:cNvPr id="45" name="Shape 45"/>
          <p:cNvSpPr txBox="1"/>
          <p:nvPr/>
        </p:nvSpPr>
        <p:spPr>
          <a:xfrm>
            <a:off x="287062" y="5317375"/>
            <a:ext cx="24822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algn="ctr">
              <a:spcBef>
                <a:spcPts val="0"/>
              </a:spcBef>
              <a:buNone/>
            </a:pPr>
            <a:r>
              <a:rPr lang="en-US" sz="2500">
                <a:latin typeface="Pacifico"/>
                <a:ea typeface="Pacifico"/>
                <a:cs typeface="Pacifico"/>
                <a:sym typeface="Pacifico"/>
              </a:rPr>
              <a:t>Guiti Nabavi</a:t>
            </a:r>
          </a:p>
        </p:txBody>
      </p:sp>
      <p:sp>
        <p:nvSpPr>
          <p:cNvPr id="46" name="Shape 46"/>
          <p:cNvSpPr txBox="1"/>
          <p:nvPr/>
        </p:nvSpPr>
        <p:spPr>
          <a:xfrm>
            <a:off x="6374750" y="5317375"/>
            <a:ext cx="24822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rIns="91425" tIns="91425">
            <a:noAutofit/>
          </a:bodyPr>
          <a:lstStyle/>
          <a:p>
            <a:pPr lvl="0" rtl="0" algn="ctr">
              <a:spcBef>
                <a:spcPts val="0"/>
              </a:spcBef>
              <a:buNone/>
            </a:pPr>
            <a:r>
              <a:rPr lang="en-US" sz="2500">
                <a:latin typeface="Lobster"/>
                <a:ea typeface="Lobster"/>
                <a:cs typeface="Lobster"/>
                <a:sym typeface="Lobster"/>
              </a:rPr>
              <a:t>Alaina Percival</a:t>
            </a:r>
          </a:p>
        </p:txBody>
      </p:sp>
      <p:pic>
        <p:nvPicPr>
          <p:cNvPr descr="vm-award-trophy-273x300.png" id="47" name="Shape 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6437" y="3266749"/>
            <a:ext cx="1676035" cy="1841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m-award-trophy-273x300.png" id="48" name="Shape 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549" y="3266749"/>
            <a:ext cx="1676035" cy="1841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" name="Shape 49"/>
          <p:cNvCxnSpPr/>
          <p:nvPr/>
        </p:nvCxnSpPr>
        <p:spPr>
          <a:xfrm>
            <a:off x="1541475" y="2320750"/>
            <a:ext cx="604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lg" w="lg" type="none"/>
            <a:tailEnd len="lg" w="lg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WCode Teal Bar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