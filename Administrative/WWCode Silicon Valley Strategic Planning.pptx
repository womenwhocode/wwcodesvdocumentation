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embedTrueTypeFonts="1" strictFirstAndLastChars="0" saveSubsetFonts="1">
  <p:sldMasterIdLst>
    <p:sldMasterId id="214748365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9144000"/>
  <p:notesSz cx="6858000" cy="9144000"/>
  <p:embeddedFontLst>
    <p:embeddedFont>
      <p:font typeface="Montserrat"/>
      <p:regular r:id="rId18"/>
      <p:bold r:id="rId19"/>
      <p:italic r:id="rId20"/>
      <p:boldItalic r:id="rId21"/>
    </p:embeddedFont>
    <p:embeddedFont>
      <p:font typeface="Helvetica Neue"/>
      <p:regular r:id="rId22"/>
      <p:bold r:id="rId23"/>
      <p:italic r:id="rId24"/>
      <p:boldItalic r:id="rId25"/>
    </p:embeddedFont>
    <p:embeddedFont>
      <p:font typeface="Questrial"/>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20" Type="http://schemas.openxmlformats.org/officeDocument/2006/relationships/font" Target="fonts/Montserrat-italic.fntdata"/><Relationship Id="rId22" Type="http://schemas.openxmlformats.org/officeDocument/2006/relationships/font" Target="fonts/HelveticaNeue-regular.fntdata"/><Relationship Id="rId21" Type="http://schemas.openxmlformats.org/officeDocument/2006/relationships/font" Target="fonts/Montserrat-boldItalic.fntdata"/><Relationship Id="rId24" Type="http://schemas.openxmlformats.org/officeDocument/2006/relationships/font" Target="fonts/HelveticaNeue-italic.fntdata"/><Relationship Id="rId23" Type="http://schemas.openxmlformats.org/officeDocument/2006/relationships/font" Target="fonts/HelveticaNeue-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Questrial-regular.fntdata"/><Relationship Id="rId25" Type="http://schemas.openxmlformats.org/officeDocument/2006/relationships/font" Target="fonts/HelveticaNeue-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Montserrat-bold.fntdata"/><Relationship Id="rId1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1143225" y="685800"/>
            <a:ext cx="4572299"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399"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6" name="Shape 36"/>
        <p:cNvGrpSpPr/>
        <p:nvPr/>
      </p:nvGrpSpPr>
      <p:grpSpPr>
        <a:xfrm>
          <a:off x="0" y="0"/>
          <a:ext cx="0" cy="0"/>
          <a:chOff x="0" y="0"/>
          <a:chExt cx="0" cy="0"/>
        </a:xfrm>
      </p:grpSpPr>
      <p:sp>
        <p:nvSpPr>
          <p:cNvPr id="37" name="Shape 37"/>
          <p:cNvSpPr/>
          <p:nvPr>
            <p:ph idx="2" type="sldImg"/>
          </p:nvPr>
        </p:nvSpPr>
        <p:spPr>
          <a:xfrm>
            <a:off x="1143225" y="685800"/>
            <a:ext cx="4572299" cy="3429000"/>
          </a:xfrm>
          <a:custGeom>
            <a:pathLst>
              <a:path extrusionOk="0" h="120000" w="120000">
                <a:moveTo>
                  <a:pt x="0" y="0"/>
                </a:moveTo>
                <a:lnTo>
                  <a:pt x="120000" y="0"/>
                </a:lnTo>
                <a:lnTo>
                  <a:pt x="120000" y="120000"/>
                </a:lnTo>
                <a:lnTo>
                  <a:pt x="0" y="120000"/>
                </a:lnTo>
                <a:close/>
              </a:path>
            </a:pathLst>
          </a:custGeom>
        </p:spPr>
      </p:sp>
      <p:sp>
        <p:nvSpPr>
          <p:cNvPr id="38" name="Shape 38"/>
          <p:cNvSpPr txBox="1"/>
          <p:nvPr>
            <p:ph idx="1" type="body"/>
          </p:nvPr>
        </p:nvSpPr>
        <p:spPr>
          <a:xfrm>
            <a:off x="685800" y="4343400"/>
            <a:ext cx="5486399"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4" name="Shape 44"/>
        <p:cNvGrpSpPr/>
        <p:nvPr/>
      </p:nvGrpSpPr>
      <p:grpSpPr>
        <a:xfrm>
          <a:off x="0" y="0"/>
          <a:ext cx="0" cy="0"/>
          <a:chOff x="0" y="0"/>
          <a:chExt cx="0" cy="0"/>
        </a:xfrm>
      </p:grpSpPr>
      <p:sp>
        <p:nvSpPr>
          <p:cNvPr id="45" name="Shape 45"/>
          <p:cNvSpPr/>
          <p:nvPr>
            <p:ph idx="2" type="sldImg"/>
          </p:nvPr>
        </p:nvSpPr>
        <p:spPr>
          <a:xfrm>
            <a:off x="1143225" y="685800"/>
            <a:ext cx="4572299" cy="3429000"/>
          </a:xfrm>
          <a:custGeom>
            <a:pathLst>
              <a:path extrusionOk="0" h="120000" w="120000">
                <a:moveTo>
                  <a:pt x="0" y="0"/>
                </a:moveTo>
                <a:lnTo>
                  <a:pt x="120000" y="0"/>
                </a:lnTo>
                <a:lnTo>
                  <a:pt x="120000" y="120000"/>
                </a:lnTo>
                <a:lnTo>
                  <a:pt x="0" y="120000"/>
                </a:lnTo>
                <a:close/>
              </a:path>
            </a:pathLst>
          </a:custGeom>
        </p:spPr>
      </p:sp>
      <p:sp>
        <p:nvSpPr>
          <p:cNvPr id="46" name="Shape 46"/>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0" name="Shape 50"/>
        <p:cNvGrpSpPr/>
        <p:nvPr/>
      </p:nvGrpSpPr>
      <p:grpSpPr>
        <a:xfrm>
          <a:off x="0" y="0"/>
          <a:ext cx="0" cy="0"/>
          <a:chOff x="0" y="0"/>
          <a:chExt cx="0" cy="0"/>
        </a:xfrm>
      </p:grpSpPr>
      <p:sp>
        <p:nvSpPr>
          <p:cNvPr id="51" name="Shape 51"/>
          <p:cNvSpPr/>
          <p:nvPr>
            <p:ph idx="2" type="sldImg"/>
          </p:nvPr>
        </p:nvSpPr>
        <p:spPr>
          <a:xfrm>
            <a:off x="1143225" y="685800"/>
            <a:ext cx="4572300" cy="3429000"/>
          </a:xfrm>
          <a:custGeom>
            <a:pathLst>
              <a:path extrusionOk="0" h="120000" w="120000">
                <a:moveTo>
                  <a:pt x="0" y="0"/>
                </a:moveTo>
                <a:lnTo>
                  <a:pt x="120000" y="0"/>
                </a:lnTo>
                <a:lnTo>
                  <a:pt x="120000" y="120000"/>
                </a:lnTo>
                <a:lnTo>
                  <a:pt x="0" y="120000"/>
                </a:lnTo>
                <a:close/>
              </a:path>
            </a:pathLst>
          </a:custGeom>
        </p:spPr>
      </p:sp>
      <p:sp>
        <p:nvSpPr>
          <p:cNvPr id="52" name="Shape 5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6" name="Shape 56"/>
        <p:cNvGrpSpPr/>
        <p:nvPr/>
      </p:nvGrpSpPr>
      <p:grpSpPr>
        <a:xfrm>
          <a:off x="0" y="0"/>
          <a:ext cx="0" cy="0"/>
          <a:chOff x="0" y="0"/>
          <a:chExt cx="0" cy="0"/>
        </a:xfrm>
      </p:grpSpPr>
      <p:sp>
        <p:nvSpPr>
          <p:cNvPr id="57" name="Shape 57"/>
          <p:cNvSpPr/>
          <p:nvPr>
            <p:ph idx="2" type="sldImg"/>
          </p:nvPr>
        </p:nvSpPr>
        <p:spPr>
          <a:xfrm>
            <a:off x="1143225" y="685800"/>
            <a:ext cx="4572299" cy="3429000"/>
          </a:xfrm>
          <a:custGeom>
            <a:pathLst>
              <a:path extrusionOk="0" h="120000" w="120000">
                <a:moveTo>
                  <a:pt x="0" y="0"/>
                </a:moveTo>
                <a:lnTo>
                  <a:pt x="120000" y="0"/>
                </a:lnTo>
                <a:lnTo>
                  <a:pt x="120000" y="120000"/>
                </a:lnTo>
                <a:lnTo>
                  <a:pt x="0" y="120000"/>
                </a:lnTo>
                <a:close/>
              </a:path>
            </a:pathLst>
          </a:custGeom>
        </p:spPr>
      </p:sp>
      <p:sp>
        <p:nvSpPr>
          <p:cNvPr id="58" name="Shape 58"/>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5" name="Shape 65"/>
        <p:cNvGrpSpPr/>
        <p:nvPr/>
      </p:nvGrpSpPr>
      <p:grpSpPr>
        <a:xfrm>
          <a:off x="0" y="0"/>
          <a:ext cx="0" cy="0"/>
          <a:chOff x="0" y="0"/>
          <a:chExt cx="0" cy="0"/>
        </a:xfrm>
      </p:grpSpPr>
      <p:sp>
        <p:nvSpPr>
          <p:cNvPr id="66" name="Shape 66"/>
          <p:cNvSpPr/>
          <p:nvPr>
            <p:ph idx="2" type="sldImg"/>
          </p:nvPr>
        </p:nvSpPr>
        <p:spPr>
          <a:xfrm>
            <a:off x="1143225" y="685800"/>
            <a:ext cx="4572300" cy="3429000"/>
          </a:xfrm>
          <a:custGeom>
            <a:pathLst>
              <a:path extrusionOk="0" h="120000" w="120000">
                <a:moveTo>
                  <a:pt x="0" y="0"/>
                </a:moveTo>
                <a:lnTo>
                  <a:pt x="120000" y="0"/>
                </a:lnTo>
                <a:lnTo>
                  <a:pt x="120000" y="120000"/>
                </a:lnTo>
                <a:lnTo>
                  <a:pt x="0" y="120000"/>
                </a:lnTo>
                <a:close/>
              </a:path>
            </a:pathLst>
          </a:custGeom>
        </p:spPr>
      </p:sp>
      <p:sp>
        <p:nvSpPr>
          <p:cNvPr id="67" name="Shape 6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6" name="Shape 76"/>
        <p:cNvGrpSpPr/>
        <p:nvPr/>
      </p:nvGrpSpPr>
      <p:grpSpPr>
        <a:xfrm>
          <a:off x="0" y="0"/>
          <a:ext cx="0" cy="0"/>
          <a:chOff x="0" y="0"/>
          <a:chExt cx="0" cy="0"/>
        </a:xfrm>
      </p:grpSpPr>
      <p:sp>
        <p:nvSpPr>
          <p:cNvPr id="77" name="Shape 77"/>
          <p:cNvSpPr/>
          <p:nvPr>
            <p:ph idx="2" type="sldImg"/>
          </p:nvPr>
        </p:nvSpPr>
        <p:spPr>
          <a:xfrm>
            <a:off x="1143225" y="685800"/>
            <a:ext cx="4572300" cy="3429000"/>
          </a:xfrm>
          <a:custGeom>
            <a:pathLst>
              <a:path extrusionOk="0" h="120000" w="120000">
                <a:moveTo>
                  <a:pt x="0" y="0"/>
                </a:moveTo>
                <a:lnTo>
                  <a:pt x="120000" y="0"/>
                </a:lnTo>
                <a:lnTo>
                  <a:pt x="120000" y="120000"/>
                </a:lnTo>
                <a:lnTo>
                  <a:pt x="0" y="120000"/>
                </a:lnTo>
                <a:close/>
              </a:path>
            </a:pathLst>
          </a:custGeom>
        </p:spPr>
      </p:sp>
      <p:sp>
        <p:nvSpPr>
          <p:cNvPr id="78" name="Shape 7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2" name="Shape 82"/>
        <p:cNvGrpSpPr/>
        <p:nvPr/>
      </p:nvGrpSpPr>
      <p:grpSpPr>
        <a:xfrm>
          <a:off x="0" y="0"/>
          <a:ext cx="0" cy="0"/>
          <a:chOff x="0" y="0"/>
          <a:chExt cx="0" cy="0"/>
        </a:xfrm>
      </p:grpSpPr>
      <p:sp>
        <p:nvSpPr>
          <p:cNvPr id="83" name="Shape 83"/>
          <p:cNvSpPr/>
          <p:nvPr>
            <p:ph idx="2" type="sldImg"/>
          </p:nvPr>
        </p:nvSpPr>
        <p:spPr>
          <a:xfrm>
            <a:off x="1143225" y="685800"/>
            <a:ext cx="4572299" cy="3429000"/>
          </a:xfrm>
          <a:custGeom>
            <a:pathLst>
              <a:path extrusionOk="0" h="120000" w="120000">
                <a:moveTo>
                  <a:pt x="0" y="0"/>
                </a:moveTo>
                <a:lnTo>
                  <a:pt x="120000" y="0"/>
                </a:lnTo>
                <a:lnTo>
                  <a:pt x="120000" y="120000"/>
                </a:lnTo>
                <a:lnTo>
                  <a:pt x="0" y="120000"/>
                </a:lnTo>
                <a:close/>
              </a:path>
            </a:pathLst>
          </a:custGeom>
        </p:spPr>
      </p:sp>
      <p:sp>
        <p:nvSpPr>
          <p:cNvPr id="84" name="Shape 84"/>
          <p:cNvSpPr txBox="1"/>
          <p:nvPr>
            <p:ph idx="1" type="body"/>
          </p:nvPr>
        </p:nvSpPr>
        <p:spPr>
          <a:xfrm>
            <a:off x="685800" y="4343400"/>
            <a:ext cx="5486399"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9" name="Shape 89"/>
        <p:cNvGrpSpPr/>
        <p:nvPr/>
      </p:nvGrpSpPr>
      <p:grpSpPr>
        <a:xfrm>
          <a:off x="0" y="0"/>
          <a:ext cx="0" cy="0"/>
          <a:chOff x="0" y="0"/>
          <a:chExt cx="0" cy="0"/>
        </a:xfrm>
      </p:grpSpPr>
      <p:sp>
        <p:nvSpPr>
          <p:cNvPr id="90" name="Shape 90"/>
          <p:cNvSpPr/>
          <p:nvPr>
            <p:ph idx="2" type="sldImg"/>
          </p:nvPr>
        </p:nvSpPr>
        <p:spPr>
          <a:xfrm>
            <a:off x="1143225" y="685800"/>
            <a:ext cx="4572300" cy="3429000"/>
          </a:xfrm>
          <a:custGeom>
            <a:pathLst>
              <a:path extrusionOk="0" h="120000" w="120000">
                <a:moveTo>
                  <a:pt x="0" y="0"/>
                </a:moveTo>
                <a:lnTo>
                  <a:pt x="120000" y="0"/>
                </a:lnTo>
                <a:lnTo>
                  <a:pt x="120000" y="120000"/>
                </a:lnTo>
                <a:lnTo>
                  <a:pt x="0" y="120000"/>
                </a:lnTo>
                <a:close/>
              </a:path>
            </a:pathLst>
          </a:custGeom>
        </p:spPr>
      </p:sp>
      <p:sp>
        <p:nvSpPr>
          <p:cNvPr id="91" name="Shape 9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6" name="Shape 96"/>
        <p:cNvGrpSpPr/>
        <p:nvPr/>
      </p:nvGrpSpPr>
      <p:grpSpPr>
        <a:xfrm>
          <a:off x="0" y="0"/>
          <a:ext cx="0" cy="0"/>
          <a:chOff x="0" y="0"/>
          <a:chExt cx="0" cy="0"/>
        </a:xfrm>
      </p:grpSpPr>
      <p:sp>
        <p:nvSpPr>
          <p:cNvPr id="97" name="Shape 97"/>
          <p:cNvSpPr/>
          <p:nvPr>
            <p:ph idx="2" type="sldImg"/>
          </p:nvPr>
        </p:nvSpPr>
        <p:spPr>
          <a:xfrm>
            <a:off x="1143225" y="685800"/>
            <a:ext cx="4572300" cy="3429000"/>
          </a:xfrm>
          <a:custGeom>
            <a:pathLst>
              <a:path extrusionOk="0" h="120000" w="120000">
                <a:moveTo>
                  <a:pt x="0" y="0"/>
                </a:moveTo>
                <a:lnTo>
                  <a:pt x="120000" y="0"/>
                </a:lnTo>
                <a:lnTo>
                  <a:pt x="120000" y="120000"/>
                </a:lnTo>
                <a:lnTo>
                  <a:pt x="0" y="120000"/>
                </a:lnTo>
                <a:close/>
              </a:path>
            </a:pathLst>
          </a:custGeom>
        </p:spPr>
      </p:sp>
      <p:sp>
        <p:nvSpPr>
          <p:cNvPr id="98" name="Shape 9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3" name="Shape 103"/>
        <p:cNvGrpSpPr/>
        <p:nvPr/>
      </p:nvGrpSpPr>
      <p:grpSpPr>
        <a:xfrm>
          <a:off x="0" y="0"/>
          <a:ext cx="0" cy="0"/>
          <a:chOff x="0" y="0"/>
          <a:chExt cx="0" cy="0"/>
        </a:xfrm>
      </p:grpSpPr>
      <p:sp>
        <p:nvSpPr>
          <p:cNvPr id="104" name="Shape 104"/>
          <p:cNvSpPr/>
          <p:nvPr>
            <p:ph idx="2" type="sldImg"/>
          </p:nvPr>
        </p:nvSpPr>
        <p:spPr>
          <a:xfrm>
            <a:off x="1143225" y="685800"/>
            <a:ext cx="4572300" cy="3429000"/>
          </a:xfrm>
          <a:custGeom>
            <a:pathLst>
              <a:path extrusionOk="0" h="120000" w="120000">
                <a:moveTo>
                  <a:pt x="0" y="0"/>
                </a:moveTo>
                <a:lnTo>
                  <a:pt x="120000" y="0"/>
                </a:lnTo>
                <a:lnTo>
                  <a:pt x="120000" y="120000"/>
                </a:lnTo>
                <a:lnTo>
                  <a:pt x="0" y="120000"/>
                </a:lnTo>
                <a:close/>
              </a:path>
            </a:pathLst>
          </a:custGeom>
        </p:spPr>
      </p:sp>
      <p:sp>
        <p:nvSpPr>
          <p:cNvPr id="105" name="Shape 105"/>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0" name="Shape 110"/>
        <p:cNvGrpSpPr/>
        <p:nvPr/>
      </p:nvGrpSpPr>
      <p:grpSpPr>
        <a:xfrm>
          <a:off x="0" y="0"/>
          <a:ext cx="0" cy="0"/>
          <a:chOff x="0" y="0"/>
          <a:chExt cx="0" cy="0"/>
        </a:xfrm>
      </p:grpSpPr>
      <p:sp>
        <p:nvSpPr>
          <p:cNvPr id="111" name="Shape 111"/>
          <p:cNvSpPr/>
          <p:nvPr>
            <p:ph idx="2" type="sldImg"/>
          </p:nvPr>
        </p:nvSpPr>
        <p:spPr>
          <a:xfrm>
            <a:off x="1143225" y="685800"/>
            <a:ext cx="4572300" cy="3429000"/>
          </a:xfrm>
          <a:custGeom>
            <a:pathLst>
              <a:path extrusionOk="0" h="120000" w="120000">
                <a:moveTo>
                  <a:pt x="0" y="0"/>
                </a:moveTo>
                <a:lnTo>
                  <a:pt x="120000" y="0"/>
                </a:lnTo>
                <a:lnTo>
                  <a:pt x="120000" y="120000"/>
                </a:lnTo>
                <a:lnTo>
                  <a:pt x="0" y="120000"/>
                </a:lnTo>
                <a:close/>
              </a:path>
            </a:pathLst>
          </a:custGeom>
        </p:spPr>
      </p:sp>
      <p:sp>
        <p:nvSpPr>
          <p:cNvPr id="112" name="Shape 11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7" name="Shape 117"/>
        <p:cNvGrpSpPr/>
        <p:nvPr/>
      </p:nvGrpSpPr>
      <p:grpSpPr>
        <a:xfrm>
          <a:off x="0" y="0"/>
          <a:ext cx="0" cy="0"/>
          <a:chOff x="0" y="0"/>
          <a:chExt cx="0" cy="0"/>
        </a:xfrm>
      </p:grpSpPr>
      <p:sp>
        <p:nvSpPr>
          <p:cNvPr id="118" name="Shape 118"/>
          <p:cNvSpPr/>
          <p:nvPr>
            <p:ph idx="2" type="sldImg"/>
          </p:nvPr>
        </p:nvSpPr>
        <p:spPr>
          <a:xfrm>
            <a:off x="1143225" y="685800"/>
            <a:ext cx="4572300" cy="3429000"/>
          </a:xfrm>
          <a:custGeom>
            <a:pathLst>
              <a:path extrusionOk="0" h="120000" w="120000">
                <a:moveTo>
                  <a:pt x="0" y="0"/>
                </a:moveTo>
                <a:lnTo>
                  <a:pt x="120000" y="0"/>
                </a:lnTo>
                <a:lnTo>
                  <a:pt x="120000" y="120000"/>
                </a:lnTo>
                <a:lnTo>
                  <a:pt x="0" y="120000"/>
                </a:lnTo>
                <a:close/>
              </a:path>
            </a:pathLst>
          </a:custGeom>
        </p:spPr>
      </p:sp>
      <p:sp>
        <p:nvSpPr>
          <p:cNvPr id="119" name="Shape 11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4" name="Shape 124"/>
        <p:cNvGrpSpPr/>
        <p:nvPr/>
      </p:nvGrpSpPr>
      <p:grpSpPr>
        <a:xfrm>
          <a:off x="0" y="0"/>
          <a:ext cx="0" cy="0"/>
          <a:chOff x="0" y="0"/>
          <a:chExt cx="0" cy="0"/>
        </a:xfrm>
      </p:grpSpPr>
      <p:sp>
        <p:nvSpPr>
          <p:cNvPr id="125" name="Shape 125"/>
          <p:cNvSpPr/>
          <p:nvPr>
            <p:ph idx="2" type="sldImg"/>
          </p:nvPr>
        </p:nvSpPr>
        <p:spPr>
          <a:xfrm>
            <a:off x="1143225" y="685800"/>
            <a:ext cx="4572300" cy="3429000"/>
          </a:xfrm>
          <a:custGeom>
            <a:pathLst>
              <a:path extrusionOk="0" h="120000" w="120000">
                <a:moveTo>
                  <a:pt x="0" y="0"/>
                </a:moveTo>
                <a:lnTo>
                  <a:pt x="120000" y="0"/>
                </a:lnTo>
                <a:lnTo>
                  <a:pt x="120000" y="120000"/>
                </a:lnTo>
                <a:lnTo>
                  <a:pt x="0" y="120000"/>
                </a:lnTo>
                <a:close/>
              </a:path>
            </a:pathLst>
          </a:custGeom>
        </p:spPr>
      </p:sp>
      <p:sp>
        <p:nvSpPr>
          <p:cNvPr id="126" name="Shape 126"/>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8" name="Shape 8"/>
        <p:cNvGrpSpPr/>
        <p:nvPr/>
      </p:nvGrpSpPr>
      <p:grpSpPr>
        <a:xfrm>
          <a:off x="0" y="0"/>
          <a:ext cx="0" cy="0"/>
          <a:chOff x="0" y="0"/>
          <a:chExt cx="0" cy="0"/>
        </a:xfrm>
      </p:grpSpPr>
      <p:sp>
        <p:nvSpPr>
          <p:cNvPr id="9" name="Shape 9"/>
          <p:cNvSpPr txBox="1"/>
          <p:nvPr>
            <p:ph type="ctrTitle"/>
          </p:nvPr>
        </p:nvSpPr>
        <p:spPr>
          <a:xfrm>
            <a:off x="685800" y="2111123"/>
            <a:ext cx="7772400" cy="1546500"/>
          </a:xfrm>
          <a:prstGeom prst="rect">
            <a:avLst/>
          </a:prstGeom>
        </p:spPr>
        <p:txBody>
          <a:bodyPr anchorCtr="0" anchor="b" bIns="91425" lIns="91425" rIns="91425" tIns="91425"/>
          <a:lstStyle>
            <a:lvl1pPr lvl="0" algn="ctr">
              <a:spcBef>
                <a:spcPts val="0"/>
              </a:spcBef>
              <a:buSzPct val="100000"/>
              <a:defRPr sz="4800"/>
            </a:lvl1pPr>
            <a:lvl2pPr lvl="1" algn="ctr">
              <a:spcBef>
                <a:spcPts val="0"/>
              </a:spcBef>
              <a:buSzPct val="100000"/>
              <a:defRPr sz="4800"/>
            </a:lvl2pPr>
            <a:lvl3pPr lvl="2" algn="ctr">
              <a:spcBef>
                <a:spcPts val="0"/>
              </a:spcBef>
              <a:buSzPct val="100000"/>
              <a:defRPr sz="4800"/>
            </a:lvl3pPr>
            <a:lvl4pPr lvl="3" algn="ctr">
              <a:spcBef>
                <a:spcPts val="0"/>
              </a:spcBef>
              <a:buSzPct val="100000"/>
              <a:defRPr sz="4800"/>
            </a:lvl4pPr>
            <a:lvl5pPr lvl="4" algn="ctr">
              <a:spcBef>
                <a:spcPts val="0"/>
              </a:spcBef>
              <a:buSzPct val="100000"/>
              <a:defRPr sz="4800"/>
            </a:lvl5pPr>
            <a:lvl6pPr lvl="5" algn="ctr">
              <a:spcBef>
                <a:spcPts val="0"/>
              </a:spcBef>
              <a:buSzPct val="100000"/>
              <a:defRPr sz="4800"/>
            </a:lvl6pPr>
            <a:lvl7pPr lvl="6" algn="ctr">
              <a:spcBef>
                <a:spcPts val="0"/>
              </a:spcBef>
              <a:buSzPct val="100000"/>
              <a:defRPr sz="4800"/>
            </a:lvl7pPr>
            <a:lvl8pPr lvl="7" algn="ctr">
              <a:spcBef>
                <a:spcPts val="0"/>
              </a:spcBef>
              <a:buSzPct val="100000"/>
              <a:defRPr sz="4800"/>
            </a:lvl8pPr>
            <a:lvl9pPr lvl="8" algn="ctr">
              <a:spcBef>
                <a:spcPts val="0"/>
              </a:spcBef>
              <a:buSzPct val="100000"/>
              <a:defRPr sz="4800"/>
            </a:lvl9pPr>
          </a:lstStyle>
          <a:p/>
        </p:txBody>
      </p:sp>
      <p:sp>
        <p:nvSpPr>
          <p:cNvPr id="10" name="Shape 10"/>
          <p:cNvSpPr txBox="1"/>
          <p:nvPr>
            <p:ph idx="1" type="subTitle"/>
          </p:nvPr>
        </p:nvSpPr>
        <p:spPr>
          <a:xfrm>
            <a:off x="685800" y="3786737"/>
            <a:ext cx="7772400" cy="1046400"/>
          </a:xfrm>
          <a:prstGeom prst="rect">
            <a:avLst/>
          </a:prstGeom>
        </p:spPr>
        <p:txBody>
          <a:bodyPr anchorCtr="0" anchor="t" bIns="91425" lIns="91425" rIns="91425" tIns="91425"/>
          <a:lstStyle>
            <a:lvl1pPr lvl="0" algn="ctr">
              <a:spcBef>
                <a:spcPts val="0"/>
              </a:spcBef>
              <a:buClr>
                <a:schemeClr val="dk2"/>
              </a:buClr>
              <a:buNone/>
              <a:defRPr>
                <a:solidFill>
                  <a:schemeClr val="dk2"/>
                </a:solidFill>
              </a:defRPr>
            </a:lvl1pPr>
            <a:lvl2pPr lvl="1" algn="ctr">
              <a:spcBef>
                <a:spcPts val="0"/>
              </a:spcBef>
              <a:buClr>
                <a:schemeClr val="dk2"/>
              </a:buClr>
              <a:buSzPct val="100000"/>
              <a:buNone/>
              <a:defRPr sz="3000">
                <a:solidFill>
                  <a:schemeClr val="dk2"/>
                </a:solidFill>
              </a:defRPr>
            </a:lvl2pPr>
            <a:lvl3pPr lvl="2" algn="ctr">
              <a:spcBef>
                <a:spcPts val="0"/>
              </a:spcBef>
              <a:buClr>
                <a:schemeClr val="dk2"/>
              </a:buClr>
              <a:buSzPct val="100000"/>
              <a:buNone/>
              <a:defRPr sz="3000">
                <a:solidFill>
                  <a:schemeClr val="dk2"/>
                </a:solidFill>
              </a:defRPr>
            </a:lvl3pPr>
            <a:lvl4pPr lvl="3" algn="ctr">
              <a:spcBef>
                <a:spcPts val="0"/>
              </a:spcBef>
              <a:buClr>
                <a:schemeClr val="dk2"/>
              </a:buClr>
              <a:buSzPct val="100000"/>
              <a:buNone/>
              <a:defRPr sz="3000">
                <a:solidFill>
                  <a:schemeClr val="dk2"/>
                </a:solidFill>
              </a:defRPr>
            </a:lvl4pPr>
            <a:lvl5pPr lvl="4" algn="ctr">
              <a:spcBef>
                <a:spcPts val="0"/>
              </a:spcBef>
              <a:buClr>
                <a:schemeClr val="dk2"/>
              </a:buClr>
              <a:buSzPct val="100000"/>
              <a:buNone/>
              <a:defRPr sz="3000">
                <a:solidFill>
                  <a:schemeClr val="dk2"/>
                </a:solidFill>
              </a:defRPr>
            </a:lvl5pPr>
            <a:lvl6pPr lvl="5" algn="ctr">
              <a:spcBef>
                <a:spcPts val="0"/>
              </a:spcBef>
              <a:buClr>
                <a:schemeClr val="dk2"/>
              </a:buClr>
              <a:buSzPct val="100000"/>
              <a:buNone/>
              <a:defRPr sz="3000">
                <a:solidFill>
                  <a:schemeClr val="dk2"/>
                </a:solidFill>
              </a:defRPr>
            </a:lvl6pPr>
            <a:lvl7pPr lvl="6" algn="ctr">
              <a:spcBef>
                <a:spcPts val="0"/>
              </a:spcBef>
              <a:buClr>
                <a:schemeClr val="dk2"/>
              </a:buClr>
              <a:buSzPct val="100000"/>
              <a:buNone/>
              <a:defRPr sz="3000">
                <a:solidFill>
                  <a:schemeClr val="dk2"/>
                </a:solidFill>
              </a:defRPr>
            </a:lvl7pPr>
            <a:lvl8pPr lvl="7" algn="ctr">
              <a:spcBef>
                <a:spcPts val="0"/>
              </a:spcBef>
              <a:buClr>
                <a:schemeClr val="dk2"/>
              </a:buClr>
              <a:buSzPct val="100000"/>
              <a:buNone/>
              <a:defRPr sz="3000">
                <a:solidFill>
                  <a:schemeClr val="dk2"/>
                </a:solidFill>
              </a:defRPr>
            </a:lvl8pPr>
            <a:lvl9pPr lvl="8" algn="ctr">
              <a:spcBef>
                <a:spcPts val="0"/>
              </a:spcBef>
              <a:buClr>
                <a:schemeClr val="dk2"/>
              </a:buClr>
              <a:buSzPct val="100000"/>
              <a:buNone/>
              <a:defRPr sz="3000">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11" name="Shape 11"/>
        <p:cNvGrpSpPr/>
        <p:nvPr/>
      </p:nvGrpSpPr>
      <p:grpSpPr>
        <a:xfrm>
          <a:off x="0" y="0"/>
          <a:ext cx="0" cy="0"/>
          <a:chOff x="0" y="0"/>
          <a:chExt cx="0" cy="0"/>
        </a:xfrm>
      </p:grpSpPr>
      <p:sp>
        <p:nvSpPr>
          <p:cNvPr id="12" name="Shape 12"/>
          <p:cNvSpPr txBox="1"/>
          <p:nvPr>
            <p:ph type="title"/>
          </p:nvPr>
        </p:nvSpPr>
        <p:spPr>
          <a:xfrm>
            <a:off x="457200" y="46037"/>
            <a:ext cx="8229600" cy="1143000"/>
          </a:xfrm>
          <a:prstGeom prst="rect">
            <a:avLst/>
          </a:prstGeom>
        </p:spPr>
        <p:txBody>
          <a:bodyPr anchorCtr="0" anchor="b" bIns="91425" lIns="91425" rIns="91425" tIns="91425"/>
          <a:lstStyle>
            <a:lvl1pPr lvl="0">
              <a:spcBef>
                <a:spcPts val="0"/>
              </a:spcBef>
              <a:buClr>
                <a:srgbClr val="00B6AA"/>
              </a:buClr>
              <a:buFont typeface="Montserrat"/>
              <a:defRPr>
                <a:solidFill>
                  <a:srgbClr val="00B6AA"/>
                </a:solidFill>
                <a:latin typeface="Montserrat"/>
                <a:ea typeface="Montserrat"/>
                <a:cs typeface="Montserrat"/>
                <a:sym typeface="Montserrat"/>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3" name="Shape 13"/>
          <p:cNvSpPr txBox="1"/>
          <p:nvPr>
            <p:ph idx="1" type="body"/>
          </p:nvPr>
        </p:nvSpPr>
        <p:spPr>
          <a:xfrm>
            <a:off x="457200" y="1600200"/>
            <a:ext cx="8229600" cy="4967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14" name="Shape 14"/>
        <p:cNvGrpSpPr/>
        <p:nvPr/>
      </p:nvGrpSpPr>
      <p:grpSpPr>
        <a:xfrm>
          <a:off x="0" y="0"/>
          <a:ext cx="0" cy="0"/>
          <a:chOff x="0" y="0"/>
          <a:chExt cx="0" cy="0"/>
        </a:xfrm>
      </p:grpSpPr>
      <p:sp>
        <p:nvSpPr>
          <p:cNvPr id="15" name="Shape 15"/>
          <p:cNvSpPr txBox="1"/>
          <p:nvPr>
            <p:ph type="title"/>
          </p:nvPr>
        </p:nvSpPr>
        <p:spPr>
          <a:xfrm>
            <a:off x="457200" y="274637"/>
            <a:ext cx="8229600" cy="1143000"/>
          </a:xfrm>
          <a:prstGeom prst="rect">
            <a:avLst/>
          </a:prstGeom>
        </p:spPr>
        <p:txBody>
          <a:bodyPr anchorCtr="0" anchor="b"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6" name="Shape 16"/>
          <p:cNvSpPr txBox="1"/>
          <p:nvPr>
            <p:ph idx="1" type="body"/>
          </p:nvPr>
        </p:nvSpPr>
        <p:spPr>
          <a:xfrm>
            <a:off x="457200" y="1600200"/>
            <a:ext cx="3994500" cy="4967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7" name="Shape 17"/>
          <p:cNvSpPr txBox="1"/>
          <p:nvPr>
            <p:ph idx="2" type="body"/>
          </p:nvPr>
        </p:nvSpPr>
        <p:spPr>
          <a:xfrm>
            <a:off x="4692273" y="1600200"/>
            <a:ext cx="3994500" cy="4967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18" name="Shape 18"/>
        <p:cNvGrpSpPr/>
        <p:nvPr/>
      </p:nvGrpSpPr>
      <p:grpSpPr>
        <a:xfrm>
          <a:off x="0" y="0"/>
          <a:ext cx="0" cy="0"/>
          <a:chOff x="0" y="0"/>
          <a:chExt cx="0" cy="0"/>
        </a:xfrm>
      </p:grpSpPr>
      <p:sp>
        <p:nvSpPr>
          <p:cNvPr id="19" name="Shape 19"/>
          <p:cNvSpPr txBox="1"/>
          <p:nvPr>
            <p:ph type="title"/>
          </p:nvPr>
        </p:nvSpPr>
        <p:spPr>
          <a:xfrm>
            <a:off x="457200" y="274637"/>
            <a:ext cx="8229600" cy="1143000"/>
          </a:xfrm>
          <a:prstGeom prst="rect">
            <a:avLst/>
          </a:prstGeom>
        </p:spPr>
        <p:txBody>
          <a:bodyPr anchorCtr="0" anchor="b"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20" name="Shape 20"/>
        <p:cNvGrpSpPr/>
        <p:nvPr/>
      </p:nvGrpSpPr>
      <p:grpSpPr>
        <a:xfrm>
          <a:off x="0" y="0"/>
          <a:ext cx="0" cy="0"/>
          <a:chOff x="0" y="0"/>
          <a:chExt cx="0" cy="0"/>
        </a:xfrm>
      </p:grpSpPr>
      <p:sp>
        <p:nvSpPr>
          <p:cNvPr id="21" name="Shape 21"/>
          <p:cNvSpPr txBox="1"/>
          <p:nvPr>
            <p:ph idx="1" type="body"/>
          </p:nvPr>
        </p:nvSpPr>
        <p:spPr>
          <a:xfrm>
            <a:off x="457200" y="5875078"/>
            <a:ext cx="8229600" cy="692700"/>
          </a:xfrm>
          <a:prstGeom prst="rect">
            <a:avLst/>
          </a:prstGeom>
        </p:spPr>
        <p:txBody>
          <a:bodyPr anchorCtr="0" anchor="t" bIns="91425" lIns="91425" rIns="91425" tIns="91425"/>
          <a:lstStyle>
            <a:lvl1pPr lvl="0" algn="ctr">
              <a:spcBef>
                <a:spcPts val="360"/>
              </a:spcBef>
              <a:buSzPct val="100000"/>
              <a:buNone/>
              <a:defRPr sz="1800"/>
            </a:lvl1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22" name="Shape 2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23" name="Shape 23"/>
        <p:cNvGrpSpPr/>
        <p:nvPr/>
      </p:nvGrpSpPr>
      <p:grpSpPr>
        <a:xfrm>
          <a:off x="0" y="0"/>
          <a:ext cx="0" cy="0"/>
          <a:chOff x="0" y="0"/>
          <a:chExt cx="0" cy="0"/>
        </a:xfrm>
      </p:grpSpPr>
      <p:sp>
        <p:nvSpPr>
          <p:cNvPr id="24" name="Shape 24"/>
          <p:cNvSpPr txBox="1"/>
          <p:nvPr>
            <p:ph type="title"/>
          </p:nvPr>
        </p:nvSpPr>
        <p:spPr>
          <a:xfrm>
            <a:off x="1945200" y="624110"/>
            <a:ext cx="6589199" cy="1280999"/>
          </a:xfrm>
          <a:prstGeom prst="rect">
            <a:avLst/>
          </a:prstGeom>
          <a:noFill/>
          <a:ln>
            <a:noFill/>
          </a:ln>
        </p:spPr>
        <p:txBody>
          <a:bodyPr anchorCtr="0" anchor="t" bIns="91425" lIns="91425" rIns="91425" tIns="91425"/>
          <a:lstStyle>
            <a:lvl1pPr lvl="0" rtl="0" algn="l">
              <a:spcBef>
                <a:spcPts val="0"/>
              </a:spcBef>
              <a:buClr>
                <a:srgbClr val="262626"/>
              </a:buClr>
              <a:buFont typeface="Questrial"/>
              <a:buNone/>
              <a:defRPr sz="3600">
                <a:solidFill>
                  <a:srgbClr val="262626"/>
                </a:solidFill>
                <a:latin typeface="Questrial"/>
                <a:ea typeface="Questrial"/>
                <a:cs typeface="Questrial"/>
                <a:sym typeface="Questrial"/>
              </a:defRPr>
            </a:lvl1pPr>
            <a:lvl2pPr lvl="1" rtl="0">
              <a:spcBef>
                <a:spcPts val="0"/>
              </a:spcBef>
              <a:defRPr>
                <a:solidFill>
                  <a:schemeClr val="dk2"/>
                </a:solidFill>
              </a:defRPr>
            </a:lvl2pPr>
            <a:lvl3pPr lvl="2" rtl="0">
              <a:spcBef>
                <a:spcPts val="0"/>
              </a:spcBef>
              <a:defRPr>
                <a:solidFill>
                  <a:schemeClr val="dk2"/>
                </a:solidFill>
              </a:defRPr>
            </a:lvl3pPr>
            <a:lvl4pPr lvl="3" rtl="0">
              <a:spcBef>
                <a:spcPts val="0"/>
              </a:spcBef>
              <a:defRPr>
                <a:solidFill>
                  <a:schemeClr val="dk2"/>
                </a:solidFill>
              </a:defRPr>
            </a:lvl4pPr>
            <a:lvl5pPr lvl="4" rtl="0">
              <a:spcBef>
                <a:spcPts val="0"/>
              </a:spcBef>
              <a:defRPr>
                <a:solidFill>
                  <a:schemeClr val="dk2"/>
                </a:solidFill>
              </a:defRPr>
            </a:lvl5pPr>
            <a:lvl6pPr lvl="5" rtl="0">
              <a:spcBef>
                <a:spcPts val="0"/>
              </a:spcBef>
              <a:defRPr>
                <a:solidFill>
                  <a:schemeClr val="dk2"/>
                </a:solidFill>
              </a:defRPr>
            </a:lvl6pPr>
            <a:lvl7pPr lvl="6" rtl="0">
              <a:spcBef>
                <a:spcPts val="0"/>
              </a:spcBef>
              <a:defRPr>
                <a:solidFill>
                  <a:schemeClr val="dk2"/>
                </a:solidFill>
              </a:defRPr>
            </a:lvl7pPr>
            <a:lvl8pPr lvl="7" rtl="0">
              <a:spcBef>
                <a:spcPts val="0"/>
              </a:spcBef>
              <a:defRPr>
                <a:solidFill>
                  <a:schemeClr val="dk2"/>
                </a:solidFill>
              </a:defRPr>
            </a:lvl8pPr>
            <a:lvl9pPr lvl="8" rtl="0">
              <a:spcBef>
                <a:spcPts val="0"/>
              </a:spcBef>
              <a:defRPr>
                <a:solidFill>
                  <a:schemeClr val="dk2"/>
                </a:solidFill>
              </a:defRPr>
            </a:lvl9pPr>
          </a:lstStyle>
          <a:p/>
        </p:txBody>
      </p:sp>
      <p:sp>
        <p:nvSpPr>
          <p:cNvPr id="25" name="Shape 25"/>
          <p:cNvSpPr txBox="1"/>
          <p:nvPr>
            <p:ph idx="1" type="body"/>
          </p:nvPr>
        </p:nvSpPr>
        <p:spPr>
          <a:xfrm>
            <a:off x="1942415" y="2133600"/>
            <a:ext cx="6591899" cy="3777599"/>
          </a:xfrm>
          <a:prstGeom prst="rect">
            <a:avLst/>
          </a:prstGeom>
          <a:noFill/>
          <a:ln>
            <a:noFill/>
          </a:ln>
        </p:spPr>
        <p:txBody>
          <a:bodyPr anchorCtr="0" anchor="t" bIns="91425" lIns="91425" rIns="91425" tIns="91425"/>
          <a:lstStyle>
            <a:lvl1pPr indent="-228600" lvl="0" marL="342900" rtl="0" algn="l">
              <a:spcBef>
                <a:spcPts val="1000"/>
              </a:spcBef>
              <a:spcAft>
                <a:spcPts val="0"/>
              </a:spcAft>
              <a:buClr>
                <a:schemeClr val="accent1"/>
              </a:buClr>
              <a:buFont typeface="Noto Symbol"/>
              <a:buChar char="●"/>
              <a:defRPr sz="1800">
                <a:solidFill>
                  <a:srgbClr val="3F3F3F"/>
                </a:solidFill>
                <a:latin typeface="Questrial"/>
                <a:ea typeface="Questrial"/>
                <a:cs typeface="Questrial"/>
                <a:sym typeface="Questrial"/>
              </a:defRPr>
            </a:lvl1pPr>
            <a:lvl2pPr indent="-184150" lvl="1" marL="742950" rtl="0" algn="l">
              <a:spcBef>
                <a:spcPts val="1000"/>
              </a:spcBef>
              <a:spcAft>
                <a:spcPts val="0"/>
              </a:spcAft>
              <a:buClr>
                <a:schemeClr val="accent1"/>
              </a:buClr>
              <a:buFont typeface="Noto Symbol"/>
              <a:buChar char="●"/>
              <a:defRPr sz="1600">
                <a:solidFill>
                  <a:srgbClr val="3F3F3F"/>
                </a:solidFill>
                <a:latin typeface="Questrial"/>
                <a:ea typeface="Questrial"/>
                <a:cs typeface="Questrial"/>
                <a:sym typeface="Questrial"/>
              </a:defRPr>
            </a:lvl2pPr>
            <a:lvl3pPr indent="-139700" lvl="2" marL="1143000" rtl="0" algn="l">
              <a:spcBef>
                <a:spcPts val="1000"/>
              </a:spcBef>
              <a:spcAft>
                <a:spcPts val="0"/>
              </a:spcAft>
              <a:buClr>
                <a:schemeClr val="accent1"/>
              </a:buClr>
              <a:buFont typeface="Noto Symbol"/>
              <a:buChar char="●"/>
              <a:defRPr sz="1400">
                <a:solidFill>
                  <a:srgbClr val="3F3F3F"/>
                </a:solidFill>
                <a:latin typeface="Questrial"/>
                <a:ea typeface="Questrial"/>
                <a:cs typeface="Questrial"/>
                <a:sym typeface="Questrial"/>
              </a:defRPr>
            </a:lvl3pPr>
            <a:lvl4pPr indent="-152400" lvl="3" marL="1600200" rtl="0" algn="l">
              <a:spcBef>
                <a:spcPts val="1000"/>
              </a:spcBef>
              <a:spcAft>
                <a:spcPts val="0"/>
              </a:spcAft>
              <a:buClr>
                <a:schemeClr val="accent1"/>
              </a:buClr>
              <a:buFont typeface="Noto Symbol"/>
              <a:buChar char="●"/>
              <a:defRPr sz="1200">
                <a:solidFill>
                  <a:srgbClr val="3F3F3F"/>
                </a:solidFill>
                <a:latin typeface="Questrial"/>
                <a:ea typeface="Questrial"/>
                <a:cs typeface="Questrial"/>
                <a:sym typeface="Questrial"/>
              </a:defRPr>
            </a:lvl4pPr>
            <a:lvl5pPr indent="-152400" lvl="4" marL="2057400" rtl="0" algn="l">
              <a:spcBef>
                <a:spcPts val="1000"/>
              </a:spcBef>
              <a:spcAft>
                <a:spcPts val="0"/>
              </a:spcAft>
              <a:buClr>
                <a:schemeClr val="accent1"/>
              </a:buClr>
              <a:buFont typeface="Noto Symbol"/>
              <a:buChar char="●"/>
              <a:defRPr sz="1200">
                <a:solidFill>
                  <a:srgbClr val="3F3F3F"/>
                </a:solidFill>
                <a:latin typeface="Questrial"/>
                <a:ea typeface="Questrial"/>
                <a:cs typeface="Questrial"/>
                <a:sym typeface="Questrial"/>
              </a:defRPr>
            </a:lvl5pPr>
            <a:lvl6pPr indent="-152400" lvl="5" marL="2514600" rtl="0" algn="l">
              <a:spcBef>
                <a:spcPts val="1000"/>
              </a:spcBef>
              <a:spcAft>
                <a:spcPts val="0"/>
              </a:spcAft>
              <a:buClr>
                <a:schemeClr val="accent1"/>
              </a:buClr>
              <a:buFont typeface="Noto Symbol"/>
              <a:buChar char="●"/>
              <a:defRPr sz="1200">
                <a:solidFill>
                  <a:srgbClr val="3F3F3F"/>
                </a:solidFill>
                <a:latin typeface="Questrial"/>
                <a:ea typeface="Questrial"/>
                <a:cs typeface="Questrial"/>
                <a:sym typeface="Questrial"/>
              </a:defRPr>
            </a:lvl6pPr>
            <a:lvl7pPr indent="-152400" lvl="6" marL="2971800" rtl="0" algn="l">
              <a:spcBef>
                <a:spcPts val="1000"/>
              </a:spcBef>
              <a:spcAft>
                <a:spcPts val="0"/>
              </a:spcAft>
              <a:buClr>
                <a:schemeClr val="accent1"/>
              </a:buClr>
              <a:buFont typeface="Noto Symbol"/>
              <a:buChar char="●"/>
              <a:defRPr sz="1200">
                <a:solidFill>
                  <a:srgbClr val="3F3F3F"/>
                </a:solidFill>
                <a:latin typeface="Questrial"/>
                <a:ea typeface="Questrial"/>
                <a:cs typeface="Questrial"/>
                <a:sym typeface="Questrial"/>
              </a:defRPr>
            </a:lvl7pPr>
            <a:lvl8pPr indent="-152400" lvl="7" marL="3429000" rtl="0" algn="l">
              <a:spcBef>
                <a:spcPts val="1000"/>
              </a:spcBef>
              <a:spcAft>
                <a:spcPts val="0"/>
              </a:spcAft>
              <a:buClr>
                <a:schemeClr val="accent1"/>
              </a:buClr>
              <a:buFont typeface="Noto Symbol"/>
              <a:buChar char="●"/>
              <a:defRPr sz="1200">
                <a:solidFill>
                  <a:srgbClr val="3F3F3F"/>
                </a:solidFill>
                <a:latin typeface="Questrial"/>
                <a:ea typeface="Questrial"/>
                <a:cs typeface="Questrial"/>
                <a:sym typeface="Questrial"/>
              </a:defRPr>
            </a:lvl8pPr>
            <a:lvl9pPr indent="-152400" lvl="8" marL="3886200" rtl="0" algn="l">
              <a:spcBef>
                <a:spcPts val="1000"/>
              </a:spcBef>
              <a:spcAft>
                <a:spcPts val="0"/>
              </a:spcAft>
              <a:buClr>
                <a:schemeClr val="accent1"/>
              </a:buClr>
              <a:buFont typeface="Noto Symbol"/>
              <a:buChar char="●"/>
              <a:defRPr sz="1200">
                <a:solidFill>
                  <a:srgbClr val="3F3F3F"/>
                </a:solidFill>
                <a:latin typeface="Questrial"/>
                <a:ea typeface="Questrial"/>
                <a:cs typeface="Questrial"/>
                <a:sym typeface="Questrial"/>
              </a:defRPr>
            </a:lvl9pPr>
          </a:lstStyle>
          <a:p/>
        </p:txBody>
      </p:sp>
      <p:sp>
        <p:nvSpPr>
          <p:cNvPr id="26" name="Shape 26"/>
          <p:cNvSpPr txBox="1"/>
          <p:nvPr>
            <p:ph idx="10" type="dt"/>
          </p:nvPr>
        </p:nvSpPr>
        <p:spPr>
          <a:xfrm>
            <a:off x="7772400" y="6135089"/>
            <a:ext cx="766499" cy="370200"/>
          </a:xfrm>
          <a:prstGeom prst="rect">
            <a:avLst/>
          </a:prstGeom>
          <a:noFill/>
          <a:ln>
            <a:noFill/>
          </a:ln>
        </p:spPr>
        <p:txBody>
          <a:bodyPr anchorCtr="0" anchor="ctr" bIns="91425" lIns="91425" rIns="91425" tIns="91425"/>
          <a:lstStyle>
            <a:lvl1pPr indent="0" lvl="0" marL="0" marR="0" rtl="0" algn="r">
              <a:spcBef>
                <a:spcPts val="0"/>
              </a:spcBef>
              <a:defRPr b="0" i="0" sz="900" u="none" cap="none" strike="noStrike">
                <a:solidFill>
                  <a:srgbClr val="888888"/>
                </a:solidFill>
                <a:latin typeface="Questrial"/>
                <a:ea typeface="Questrial"/>
                <a:cs typeface="Questrial"/>
                <a:sym typeface="Questrial"/>
              </a:defRPr>
            </a:lvl1pPr>
            <a:lvl2pPr indent="0" lvl="1" marL="457200" marR="0" rtl="0" algn="l">
              <a:spcBef>
                <a:spcPts val="0"/>
              </a:spcBef>
              <a:defRPr b="0" i="0" sz="1800" u="none" cap="none" strike="noStrike">
                <a:solidFill>
                  <a:schemeClr val="dk1"/>
                </a:solidFill>
                <a:latin typeface="Questrial"/>
                <a:ea typeface="Questrial"/>
                <a:cs typeface="Questrial"/>
                <a:sym typeface="Questrial"/>
              </a:defRPr>
            </a:lvl2pPr>
            <a:lvl3pPr indent="0" lvl="2" marL="914400" marR="0" rtl="0" algn="l">
              <a:spcBef>
                <a:spcPts val="0"/>
              </a:spcBef>
              <a:defRPr b="0" i="0" sz="1800" u="none" cap="none" strike="noStrike">
                <a:solidFill>
                  <a:schemeClr val="dk1"/>
                </a:solidFill>
                <a:latin typeface="Questrial"/>
                <a:ea typeface="Questrial"/>
                <a:cs typeface="Questrial"/>
                <a:sym typeface="Questrial"/>
              </a:defRPr>
            </a:lvl3pPr>
            <a:lvl4pPr indent="0" lvl="3" marL="1371600" marR="0" rtl="0" algn="l">
              <a:spcBef>
                <a:spcPts val="0"/>
              </a:spcBef>
              <a:defRPr b="0" i="0" sz="1800" u="none" cap="none" strike="noStrike">
                <a:solidFill>
                  <a:schemeClr val="dk1"/>
                </a:solidFill>
                <a:latin typeface="Questrial"/>
                <a:ea typeface="Questrial"/>
                <a:cs typeface="Questrial"/>
                <a:sym typeface="Questrial"/>
              </a:defRPr>
            </a:lvl4pPr>
            <a:lvl5pPr indent="0" lvl="4" marL="1828800" marR="0" rtl="0" algn="l">
              <a:spcBef>
                <a:spcPts val="0"/>
              </a:spcBef>
              <a:defRPr b="0" i="0" sz="1800" u="none" cap="none" strike="noStrike">
                <a:solidFill>
                  <a:schemeClr val="dk1"/>
                </a:solidFill>
                <a:latin typeface="Questrial"/>
                <a:ea typeface="Questrial"/>
                <a:cs typeface="Questrial"/>
                <a:sym typeface="Questrial"/>
              </a:defRPr>
            </a:lvl5pPr>
            <a:lvl6pPr indent="0" lvl="5" marL="2286000" marR="0" rtl="0" algn="l">
              <a:spcBef>
                <a:spcPts val="0"/>
              </a:spcBef>
              <a:defRPr b="0" i="0" sz="1800" u="none" cap="none" strike="noStrike">
                <a:solidFill>
                  <a:schemeClr val="dk1"/>
                </a:solidFill>
                <a:latin typeface="Questrial"/>
                <a:ea typeface="Questrial"/>
                <a:cs typeface="Questrial"/>
                <a:sym typeface="Questrial"/>
              </a:defRPr>
            </a:lvl6pPr>
            <a:lvl7pPr indent="0" lvl="6" marL="2743200" marR="0" rtl="0" algn="l">
              <a:spcBef>
                <a:spcPts val="0"/>
              </a:spcBef>
              <a:defRPr b="0" i="0" sz="1800" u="none" cap="none" strike="noStrike">
                <a:solidFill>
                  <a:schemeClr val="dk1"/>
                </a:solidFill>
                <a:latin typeface="Questrial"/>
                <a:ea typeface="Questrial"/>
                <a:cs typeface="Questrial"/>
                <a:sym typeface="Questrial"/>
              </a:defRPr>
            </a:lvl7pPr>
            <a:lvl8pPr indent="0" lvl="7" marL="3200400" marR="0" rtl="0" algn="l">
              <a:spcBef>
                <a:spcPts val="0"/>
              </a:spcBef>
              <a:defRPr b="0" i="0" sz="1800" u="none" cap="none" strike="noStrike">
                <a:solidFill>
                  <a:schemeClr val="dk1"/>
                </a:solidFill>
                <a:latin typeface="Questrial"/>
                <a:ea typeface="Questrial"/>
                <a:cs typeface="Questrial"/>
                <a:sym typeface="Questrial"/>
              </a:defRPr>
            </a:lvl8pPr>
            <a:lvl9pPr indent="0" lvl="8" marL="3657600" marR="0" rtl="0" algn="l">
              <a:spcBef>
                <a:spcPts val="0"/>
              </a:spcBef>
              <a:defRPr b="0" i="0" sz="1800" u="none" cap="none" strike="noStrike">
                <a:solidFill>
                  <a:schemeClr val="dk1"/>
                </a:solidFill>
                <a:latin typeface="Questrial"/>
                <a:ea typeface="Questrial"/>
                <a:cs typeface="Questrial"/>
                <a:sym typeface="Questrial"/>
              </a:defRPr>
            </a:lvl9pPr>
          </a:lstStyle>
          <a:p/>
        </p:txBody>
      </p:sp>
      <p:sp>
        <p:nvSpPr>
          <p:cNvPr id="27" name="Shape 27"/>
          <p:cNvSpPr txBox="1"/>
          <p:nvPr>
            <p:ph idx="11" type="ftr"/>
          </p:nvPr>
        </p:nvSpPr>
        <p:spPr>
          <a:xfrm>
            <a:off x="1942415" y="6135808"/>
            <a:ext cx="5716500" cy="365099"/>
          </a:xfrm>
          <a:prstGeom prst="rect">
            <a:avLst/>
          </a:prstGeom>
          <a:noFill/>
          <a:ln>
            <a:noFill/>
          </a:ln>
        </p:spPr>
        <p:txBody>
          <a:bodyPr anchorCtr="0" anchor="ctr" bIns="91425" lIns="91425" rIns="91425" tIns="91425"/>
          <a:lstStyle>
            <a:lvl1pPr indent="0" lvl="0" marL="0" marR="0" rtl="0" algn="l">
              <a:spcBef>
                <a:spcPts val="0"/>
              </a:spcBef>
              <a:defRPr b="0" i="0" sz="900" u="none" cap="none" strike="noStrike">
                <a:solidFill>
                  <a:srgbClr val="888888"/>
                </a:solidFill>
                <a:latin typeface="Questrial"/>
                <a:ea typeface="Questrial"/>
                <a:cs typeface="Questrial"/>
                <a:sym typeface="Questrial"/>
              </a:defRPr>
            </a:lvl1pPr>
            <a:lvl2pPr indent="0" lvl="1" marL="457200" marR="0" rtl="0" algn="l">
              <a:spcBef>
                <a:spcPts val="0"/>
              </a:spcBef>
              <a:defRPr b="0" i="0" sz="1800" u="none" cap="none" strike="noStrike">
                <a:solidFill>
                  <a:schemeClr val="dk1"/>
                </a:solidFill>
                <a:latin typeface="Questrial"/>
                <a:ea typeface="Questrial"/>
                <a:cs typeface="Questrial"/>
                <a:sym typeface="Questrial"/>
              </a:defRPr>
            </a:lvl2pPr>
            <a:lvl3pPr indent="0" lvl="2" marL="914400" marR="0" rtl="0" algn="l">
              <a:spcBef>
                <a:spcPts val="0"/>
              </a:spcBef>
              <a:defRPr b="0" i="0" sz="1800" u="none" cap="none" strike="noStrike">
                <a:solidFill>
                  <a:schemeClr val="dk1"/>
                </a:solidFill>
                <a:latin typeface="Questrial"/>
                <a:ea typeface="Questrial"/>
                <a:cs typeface="Questrial"/>
                <a:sym typeface="Questrial"/>
              </a:defRPr>
            </a:lvl3pPr>
            <a:lvl4pPr indent="0" lvl="3" marL="1371600" marR="0" rtl="0" algn="l">
              <a:spcBef>
                <a:spcPts val="0"/>
              </a:spcBef>
              <a:defRPr b="0" i="0" sz="1800" u="none" cap="none" strike="noStrike">
                <a:solidFill>
                  <a:schemeClr val="dk1"/>
                </a:solidFill>
                <a:latin typeface="Questrial"/>
                <a:ea typeface="Questrial"/>
                <a:cs typeface="Questrial"/>
                <a:sym typeface="Questrial"/>
              </a:defRPr>
            </a:lvl4pPr>
            <a:lvl5pPr indent="0" lvl="4" marL="1828800" marR="0" rtl="0" algn="l">
              <a:spcBef>
                <a:spcPts val="0"/>
              </a:spcBef>
              <a:defRPr b="0" i="0" sz="1800" u="none" cap="none" strike="noStrike">
                <a:solidFill>
                  <a:schemeClr val="dk1"/>
                </a:solidFill>
                <a:latin typeface="Questrial"/>
                <a:ea typeface="Questrial"/>
                <a:cs typeface="Questrial"/>
                <a:sym typeface="Questrial"/>
              </a:defRPr>
            </a:lvl5pPr>
            <a:lvl6pPr indent="0" lvl="5" marL="2286000" marR="0" rtl="0" algn="l">
              <a:spcBef>
                <a:spcPts val="0"/>
              </a:spcBef>
              <a:defRPr b="0" i="0" sz="1800" u="none" cap="none" strike="noStrike">
                <a:solidFill>
                  <a:schemeClr val="dk1"/>
                </a:solidFill>
                <a:latin typeface="Questrial"/>
                <a:ea typeface="Questrial"/>
                <a:cs typeface="Questrial"/>
                <a:sym typeface="Questrial"/>
              </a:defRPr>
            </a:lvl6pPr>
            <a:lvl7pPr indent="0" lvl="6" marL="2743200" marR="0" rtl="0" algn="l">
              <a:spcBef>
                <a:spcPts val="0"/>
              </a:spcBef>
              <a:defRPr b="0" i="0" sz="1800" u="none" cap="none" strike="noStrike">
                <a:solidFill>
                  <a:schemeClr val="dk1"/>
                </a:solidFill>
                <a:latin typeface="Questrial"/>
                <a:ea typeface="Questrial"/>
                <a:cs typeface="Questrial"/>
                <a:sym typeface="Questrial"/>
              </a:defRPr>
            </a:lvl7pPr>
            <a:lvl8pPr indent="0" lvl="7" marL="3200400" marR="0" rtl="0" algn="l">
              <a:spcBef>
                <a:spcPts val="0"/>
              </a:spcBef>
              <a:defRPr b="0" i="0" sz="1800" u="none" cap="none" strike="noStrike">
                <a:solidFill>
                  <a:schemeClr val="dk1"/>
                </a:solidFill>
                <a:latin typeface="Questrial"/>
                <a:ea typeface="Questrial"/>
                <a:cs typeface="Questrial"/>
                <a:sym typeface="Questrial"/>
              </a:defRPr>
            </a:lvl8pPr>
            <a:lvl9pPr indent="0" lvl="8" marL="3657600" marR="0" rtl="0" algn="l">
              <a:spcBef>
                <a:spcPts val="0"/>
              </a:spcBef>
              <a:defRPr b="0" i="0" sz="1800" u="none" cap="none" strike="noStrike">
                <a:solidFill>
                  <a:schemeClr val="dk1"/>
                </a:solidFill>
                <a:latin typeface="Questrial"/>
                <a:ea typeface="Questrial"/>
                <a:cs typeface="Questrial"/>
                <a:sym typeface="Questrial"/>
              </a:defRPr>
            </a:lvl9pPr>
          </a:lstStyle>
          <a:p/>
        </p:txBody>
      </p:sp>
      <p:sp>
        <p:nvSpPr>
          <p:cNvPr id="28" name="Shape 28"/>
          <p:cNvSpPr/>
          <p:nvPr/>
        </p:nvSpPr>
        <p:spPr>
          <a:xfrm flipH="1" rot="10800000">
            <a:off x="57" y="711299"/>
            <a:ext cx="1358400" cy="507900"/>
          </a:xfrm>
          <a:custGeom>
            <a:pathLst>
              <a:path extrusionOk="0" h="120000" w="120000">
                <a:moveTo>
                  <a:pt x="120000" y="56328"/>
                </a:moveTo>
                <a:lnTo>
                  <a:pt x="99772" y="2256"/>
                </a:lnTo>
                <a:cubicBezTo>
                  <a:pt x="99635" y="1884"/>
                  <a:pt x="99468" y="1500"/>
                  <a:pt x="99332" y="1128"/>
                </a:cubicBezTo>
                <a:cubicBezTo>
                  <a:pt x="98922" y="0"/>
                  <a:pt x="98497" y="0"/>
                  <a:pt x="98072" y="0"/>
                </a:cubicBezTo>
                <a:lnTo>
                  <a:pt x="90060" y="0"/>
                </a:lnTo>
                <a:lnTo>
                  <a:pt x="0" y="744"/>
                </a:lnTo>
                <a:lnTo>
                  <a:pt x="0" y="120000"/>
                </a:lnTo>
                <a:lnTo>
                  <a:pt x="90060" y="119424"/>
                </a:lnTo>
                <a:lnTo>
                  <a:pt x="98072" y="119424"/>
                </a:lnTo>
                <a:cubicBezTo>
                  <a:pt x="98497" y="119424"/>
                  <a:pt x="98922" y="118308"/>
                  <a:pt x="99332" y="118308"/>
                </a:cubicBezTo>
                <a:cubicBezTo>
                  <a:pt x="99332" y="117168"/>
                  <a:pt x="99772" y="117168"/>
                  <a:pt x="99772" y="117168"/>
                </a:cubicBezTo>
                <a:lnTo>
                  <a:pt x="120000" y="63096"/>
                </a:lnTo>
                <a:cubicBezTo>
                  <a:pt x="120834" y="60840"/>
                  <a:pt x="120834" y="58596"/>
                  <a:pt x="120000" y="56328"/>
                </a:cubicBezTo>
                <a:close/>
              </a:path>
            </a:pathLst>
          </a:custGeom>
          <a:solidFill>
            <a:schemeClr val="accent1"/>
          </a:solidFill>
          <a:ln>
            <a:noFill/>
          </a:ln>
        </p:spPr>
        <p:txBody>
          <a:bodyPr anchorCtr="0" anchor="ctr" bIns="91425" lIns="91425" rIns="91425" tIns="91425">
            <a:noAutofit/>
          </a:bodyPr>
          <a:lstStyle/>
          <a:p>
            <a:pPr lvl="0">
              <a:spcBef>
                <a:spcPts val="0"/>
              </a:spcBef>
              <a:buNone/>
            </a:pPr>
            <a:r>
              <a:t/>
            </a:r>
            <a:endParaRPr/>
          </a:p>
        </p:txBody>
      </p:sp>
      <p:sp>
        <p:nvSpPr>
          <p:cNvPr id="29" name="Shape 29"/>
          <p:cNvSpPr txBox="1"/>
          <p:nvPr>
            <p:ph idx="12" type="sldNum"/>
          </p:nvPr>
        </p:nvSpPr>
        <p:spPr>
          <a:xfrm>
            <a:off x="511227" y="787783"/>
            <a:ext cx="584999" cy="365099"/>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i="0" lang="en" sz="2000" u="none" cap="none" strike="noStrike">
                <a:solidFill>
                  <a:srgbClr val="FEFFFF"/>
                </a:solidFill>
                <a:latin typeface="Questrial"/>
                <a:ea typeface="Questrial"/>
                <a:cs typeface="Questrial"/>
                <a:sym typeface="Questrial"/>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Title Slide with Presenter Name">
    <p:spTree>
      <p:nvGrpSpPr>
        <p:cNvPr id="30" name="Shape 30"/>
        <p:cNvGrpSpPr/>
        <p:nvPr/>
      </p:nvGrpSpPr>
      <p:grpSpPr>
        <a:xfrm>
          <a:off x="0" y="0"/>
          <a:ext cx="0" cy="0"/>
          <a:chOff x="0" y="0"/>
          <a:chExt cx="0" cy="0"/>
        </a:xfrm>
      </p:grpSpPr>
      <p:sp>
        <p:nvSpPr>
          <p:cNvPr id="31" name="Shape 31"/>
          <p:cNvSpPr txBox="1"/>
          <p:nvPr>
            <p:ph type="ctrTitle"/>
          </p:nvPr>
        </p:nvSpPr>
        <p:spPr>
          <a:xfrm>
            <a:off x="457200" y="426720"/>
            <a:ext cx="6858000" cy="1097399"/>
          </a:xfrm>
          <a:prstGeom prst="rect">
            <a:avLst/>
          </a:prstGeom>
          <a:noFill/>
          <a:ln>
            <a:noFill/>
          </a:ln>
        </p:spPr>
        <p:txBody>
          <a:bodyPr anchorCtr="0" anchor="t" bIns="91425" lIns="91425" rIns="91425" tIns="91425"/>
          <a:lstStyle>
            <a:lvl1pPr indent="0" lvl="0" marL="0" marR="0" rtl="0" algn="l">
              <a:spcBef>
                <a:spcPts val="0"/>
              </a:spcBef>
              <a:buClr>
                <a:srgbClr val="262626"/>
              </a:buClr>
              <a:buFont typeface="Questrial"/>
              <a:buNone/>
              <a:defRPr b="0" i="0" sz="3600" u="none" cap="none" strike="noStrike">
                <a:solidFill>
                  <a:srgbClr val="262626"/>
                </a:solidFill>
                <a:latin typeface="Questrial"/>
                <a:ea typeface="Questrial"/>
                <a:cs typeface="Questrial"/>
                <a:sym typeface="Questrial"/>
              </a:defRPr>
            </a:lvl1pPr>
            <a:lvl2pPr indent="0" lvl="1" marL="0" marR="0" rtl="0" algn="l">
              <a:spcBef>
                <a:spcPts val="0"/>
              </a:spcBef>
              <a:defRPr b="0" i="0" sz="1800" u="none" cap="none" strike="noStrike">
                <a:solidFill>
                  <a:schemeClr val="dk2"/>
                </a:solidFill>
              </a:defRPr>
            </a:lvl2pPr>
            <a:lvl3pPr indent="0" lvl="2" marL="0" marR="0" rtl="0" algn="l">
              <a:spcBef>
                <a:spcPts val="0"/>
              </a:spcBef>
              <a:defRPr b="0" i="0" sz="1800" u="none" cap="none" strike="noStrike">
                <a:solidFill>
                  <a:schemeClr val="dk2"/>
                </a:solidFill>
              </a:defRPr>
            </a:lvl3pPr>
            <a:lvl4pPr indent="0" lvl="3" marL="0" marR="0" rtl="0" algn="l">
              <a:spcBef>
                <a:spcPts val="0"/>
              </a:spcBef>
              <a:defRPr b="0" i="0" sz="1800" u="none" cap="none" strike="noStrike">
                <a:solidFill>
                  <a:schemeClr val="dk2"/>
                </a:solidFill>
              </a:defRPr>
            </a:lvl4pPr>
            <a:lvl5pPr indent="0" lvl="4" marL="0" marR="0" rtl="0" algn="l">
              <a:spcBef>
                <a:spcPts val="0"/>
              </a:spcBef>
              <a:defRPr b="0" i="0" sz="1800" u="none" cap="none" strike="noStrike">
                <a:solidFill>
                  <a:schemeClr val="dk2"/>
                </a:solidFill>
              </a:defRPr>
            </a:lvl5pPr>
            <a:lvl6pPr indent="0" lvl="5" marL="0" marR="0" rtl="0" algn="l">
              <a:spcBef>
                <a:spcPts val="0"/>
              </a:spcBef>
              <a:defRPr b="0" i="0" sz="1800" u="none" cap="none" strike="noStrike">
                <a:solidFill>
                  <a:schemeClr val="dk2"/>
                </a:solidFill>
              </a:defRPr>
            </a:lvl6pPr>
            <a:lvl7pPr indent="0" lvl="6" marL="0" marR="0" rtl="0" algn="l">
              <a:spcBef>
                <a:spcPts val="0"/>
              </a:spcBef>
              <a:defRPr b="0" i="0" sz="1800" u="none" cap="none" strike="noStrike">
                <a:solidFill>
                  <a:schemeClr val="dk2"/>
                </a:solidFill>
              </a:defRPr>
            </a:lvl7pPr>
            <a:lvl8pPr indent="0" lvl="7" marL="0" marR="0" rtl="0" algn="l">
              <a:spcBef>
                <a:spcPts val="0"/>
              </a:spcBef>
              <a:defRPr b="0" i="0" sz="1800" u="none" cap="none" strike="noStrike">
                <a:solidFill>
                  <a:schemeClr val="dk2"/>
                </a:solidFill>
              </a:defRPr>
            </a:lvl8pPr>
            <a:lvl9pPr indent="0" lvl="8" marL="0" marR="0" rtl="0" algn="l">
              <a:spcBef>
                <a:spcPts val="0"/>
              </a:spcBef>
              <a:defRPr b="0" i="0" sz="1800" u="none" cap="none" strike="noStrike">
                <a:solidFill>
                  <a:schemeClr val="dk2"/>
                </a:solidFill>
              </a:defRPr>
            </a:lvl9pPr>
          </a:lstStyle>
          <a:p/>
        </p:txBody>
      </p:sp>
      <p:sp>
        <p:nvSpPr>
          <p:cNvPr id="32" name="Shape 32"/>
          <p:cNvSpPr txBox="1"/>
          <p:nvPr>
            <p:ph idx="1" type="subTitle"/>
          </p:nvPr>
        </p:nvSpPr>
        <p:spPr>
          <a:xfrm>
            <a:off x="457200" y="1600200"/>
            <a:ext cx="6858000" cy="685799"/>
          </a:xfrm>
          <a:prstGeom prst="rect">
            <a:avLst/>
          </a:prstGeom>
          <a:noFill/>
          <a:ln>
            <a:noFill/>
          </a:ln>
        </p:spPr>
        <p:txBody>
          <a:bodyPr anchorCtr="0" anchor="t" bIns="91425" lIns="91425" rIns="91425" tIns="91425"/>
          <a:lstStyle>
            <a:lvl1pPr indent="0" lvl="0" marL="0" marR="0" rtl="0" algn="l">
              <a:lnSpc>
                <a:spcPct val="90000"/>
              </a:lnSpc>
              <a:spcBef>
                <a:spcPts val="0"/>
              </a:spcBef>
              <a:spcAft>
                <a:spcPts val="0"/>
              </a:spcAft>
              <a:buClr>
                <a:schemeClr val="accent1"/>
              </a:buClr>
              <a:buFont typeface="Noto Symbol"/>
              <a:buNone/>
              <a:defRPr b="0" i="0" sz="2400" u="none" cap="none" strike="noStrike">
                <a:solidFill>
                  <a:schemeClr val="dk1"/>
                </a:solidFill>
                <a:latin typeface="Questrial"/>
                <a:ea typeface="Questrial"/>
                <a:cs typeface="Questrial"/>
                <a:sym typeface="Questrial"/>
              </a:defRPr>
            </a:lvl1pPr>
            <a:lvl2pPr indent="0" lvl="1" marL="457200" marR="0" rtl="0" algn="ctr">
              <a:spcBef>
                <a:spcPts val="1000"/>
              </a:spcBef>
              <a:spcAft>
                <a:spcPts val="0"/>
              </a:spcAft>
              <a:buClr>
                <a:schemeClr val="accent1"/>
              </a:buClr>
              <a:buFont typeface="Noto Symbol"/>
              <a:buNone/>
              <a:defRPr b="0" i="0" sz="1600" u="none" cap="none" strike="noStrike">
                <a:solidFill>
                  <a:srgbClr val="888888"/>
                </a:solidFill>
                <a:latin typeface="Questrial"/>
                <a:ea typeface="Questrial"/>
                <a:cs typeface="Questrial"/>
                <a:sym typeface="Questrial"/>
              </a:defRPr>
            </a:lvl2pPr>
            <a:lvl3pPr indent="0" lvl="2" marL="914400" marR="0" rtl="0" algn="ctr">
              <a:spcBef>
                <a:spcPts val="1000"/>
              </a:spcBef>
              <a:spcAft>
                <a:spcPts val="0"/>
              </a:spcAft>
              <a:buClr>
                <a:schemeClr val="accent1"/>
              </a:buClr>
              <a:buFont typeface="Noto Symbol"/>
              <a:buNone/>
              <a:defRPr b="0" i="0" sz="1400" u="none" cap="none" strike="noStrike">
                <a:solidFill>
                  <a:srgbClr val="888888"/>
                </a:solidFill>
                <a:latin typeface="Questrial"/>
                <a:ea typeface="Questrial"/>
                <a:cs typeface="Questrial"/>
                <a:sym typeface="Questrial"/>
              </a:defRPr>
            </a:lvl3pPr>
            <a:lvl4pPr indent="0" lvl="3" marL="1371600" marR="0" rtl="0" algn="ctr">
              <a:spcBef>
                <a:spcPts val="1000"/>
              </a:spcBef>
              <a:spcAft>
                <a:spcPts val="0"/>
              </a:spcAft>
              <a:buClr>
                <a:schemeClr val="accent1"/>
              </a:buClr>
              <a:buFont typeface="Noto Symbol"/>
              <a:buNone/>
              <a:defRPr b="0" i="0" sz="1200" u="none" cap="none" strike="noStrike">
                <a:solidFill>
                  <a:srgbClr val="888888"/>
                </a:solidFill>
                <a:latin typeface="Questrial"/>
                <a:ea typeface="Questrial"/>
                <a:cs typeface="Questrial"/>
                <a:sym typeface="Questrial"/>
              </a:defRPr>
            </a:lvl4pPr>
            <a:lvl5pPr indent="0" lvl="4" marL="1828800" marR="0" rtl="0" algn="ctr">
              <a:spcBef>
                <a:spcPts val="1000"/>
              </a:spcBef>
              <a:spcAft>
                <a:spcPts val="0"/>
              </a:spcAft>
              <a:buClr>
                <a:schemeClr val="accent1"/>
              </a:buClr>
              <a:buFont typeface="Noto Symbol"/>
              <a:buNone/>
              <a:defRPr b="0" i="0" sz="1200" u="none" cap="none" strike="noStrike">
                <a:solidFill>
                  <a:srgbClr val="888888"/>
                </a:solidFill>
                <a:latin typeface="Questrial"/>
                <a:ea typeface="Questrial"/>
                <a:cs typeface="Questrial"/>
                <a:sym typeface="Questrial"/>
              </a:defRPr>
            </a:lvl5pPr>
            <a:lvl6pPr indent="0" lvl="5" marL="2286000" marR="0" rtl="0" algn="ctr">
              <a:spcBef>
                <a:spcPts val="1000"/>
              </a:spcBef>
              <a:spcAft>
                <a:spcPts val="0"/>
              </a:spcAft>
              <a:buClr>
                <a:schemeClr val="accent1"/>
              </a:buClr>
              <a:buFont typeface="Noto Symbol"/>
              <a:buNone/>
              <a:defRPr b="0" i="0" sz="1200" u="none" cap="none" strike="noStrike">
                <a:solidFill>
                  <a:srgbClr val="888888"/>
                </a:solidFill>
                <a:latin typeface="Questrial"/>
                <a:ea typeface="Questrial"/>
                <a:cs typeface="Questrial"/>
                <a:sym typeface="Questrial"/>
              </a:defRPr>
            </a:lvl6pPr>
            <a:lvl7pPr indent="0" lvl="6" marL="2743200" marR="0" rtl="0" algn="ctr">
              <a:spcBef>
                <a:spcPts val="1000"/>
              </a:spcBef>
              <a:spcAft>
                <a:spcPts val="0"/>
              </a:spcAft>
              <a:buClr>
                <a:schemeClr val="accent1"/>
              </a:buClr>
              <a:buFont typeface="Noto Symbol"/>
              <a:buNone/>
              <a:defRPr b="0" i="0" sz="1200" u="none" cap="none" strike="noStrike">
                <a:solidFill>
                  <a:srgbClr val="888888"/>
                </a:solidFill>
                <a:latin typeface="Questrial"/>
                <a:ea typeface="Questrial"/>
                <a:cs typeface="Questrial"/>
                <a:sym typeface="Questrial"/>
              </a:defRPr>
            </a:lvl7pPr>
            <a:lvl8pPr indent="0" lvl="7" marL="3200400" marR="0" rtl="0" algn="ctr">
              <a:spcBef>
                <a:spcPts val="1000"/>
              </a:spcBef>
              <a:spcAft>
                <a:spcPts val="0"/>
              </a:spcAft>
              <a:buClr>
                <a:schemeClr val="accent1"/>
              </a:buClr>
              <a:buFont typeface="Noto Symbol"/>
              <a:buNone/>
              <a:defRPr b="0" i="0" sz="1200" u="none" cap="none" strike="noStrike">
                <a:solidFill>
                  <a:srgbClr val="888888"/>
                </a:solidFill>
                <a:latin typeface="Questrial"/>
                <a:ea typeface="Questrial"/>
                <a:cs typeface="Questrial"/>
                <a:sym typeface="Questrial"/>
              </a:defRPr>
            </a:lvl8pPr>
            <a:lvl9pPr indent="0" lvl="8" marL="3657600" marR="0" rtl="0" algn="ctr">
              <a:spcBef>
                <a:spcPts val="1000"/>
              </a:spcBef>
              <a:spcAft>
                <a:spcPts val="0"/>
              </a:spcAft>
              <a:buClr>
                <a:schemeClr val="accent1"/>
              </a:buClr>
              <a:buFont typeface="Noto Symbol"/>
              <a:buNone/>
              <a:defRPr b="0" i="0" sz="1200" u="none" cap="none" strike="noStrike">
                <a:solidFill>
                  <a:srgbClr val="888888"/>
                </a:solidFill>
                <a:latin typeface="Questrial"/>
                <a:ea typeface="Questrial"/>
                <a:cs typeface="Questrial"/>
                <a:sym typeface="Questrial"/>
              </a:defRPr>
            </a:lvl9pPr>
          </a:lstStyle>
          <a:p/>
        </p:txBody>
      </p:sp>
      <p:sp>
        <p:nvSpPr>
          <p:cNvPr id="33" name="Shape 33"/>
          <p:cNvSpPr txBox="1"/>
          <p:nvPr>
            <p:ph idx="2" type="body"/>
          </p:nvPr>
        </p:nvSpPr>
        <p:spPr>
          <a:xfrm>
            <a:off x="457200" y="5791200"/>
            <a:ext cx="2743199" cy="228600"/>
          </a:xfrm>
          <a:prstGeom prst="rect">
            <a:avLst/>
          </a:prstGeom>
          <a:noFill/>
          <a:ln>
            <a:noFill/>
          </a:ln>
        </p:spPr>
        <p:txBody>
          <a:bodyPr anchorCtr="0" anchor="t" bIns="91425" lIns="91425" rIns="91425" tIns="91425"/>
          <a:lstStyle>
            <a:lvl1pPr indent="0" lvl="0" marL="0" rtl="0">
              <a:lnSpc>
                <a:spcPct val="90000"/>
              </a:lnSpc>
              <a:spcBef>
                <a:spcPts val="0"/>
              </a:spcBef>
              <a:buClr>
                <a:schemeClr val="lt1"/>
              </a:buClr>
              <a:buFont typeface="Questrial"/>
              <a:buNone/>
              <a:defRPr sz="1600">
                <a:solidFill>
                  <a:schemeClr val="lt1"/>
                </a:solidFill>
              </a:defRPr>
            </a:lvl1pPr>
            <a:lvl2pPr indent="0" lvl="1" marL="0" rtl="0">
              <a:lnSpc>
                <a:spcPct val="90000"/>
              </a:lnSpc>
              <a:spcBef>
                <a:spcPts val="600"/>
              </a:spcBef>
              <a:buClr>
                <a:schemeClr val="lt1"/>
              </a:buClr>
              <a:buFont typeface="Questrial"/>
              <a:buNone/>
              <a:defRPr sz="1600">
                <a:solidFill>
                  <a:schemeClr val="lt1"/>
                </a:solidFill>
              </a:defRPr>
            </a:lvl2pPr>
            <a:lvl3pPr indent="0" lvl="2" marL="0" rtl="0">
              <a:lnSpc>
                <a:spcPct val="90000"/>
              </a:lnSpc>
              <a:spcBef>
                <a:spcPts val="600"/>
              </a:spcBef>
              <a:buClr>
                <a:schemeClr val="lt1"/>
              </a:buClr>
              <a:buFont typeface="Questrial"/>
              <a:buNone/>
              <a:defRPr sz="1600">
                <a:solidFill>
                  <a:schemeClr val="lt1"/>
                </a:solidFill>
              </a:defRPr>
            </a:lvl3pPr>
            <a:lvl4pPr indent="0" lvl="3" marL="0" rtl="0">
              <a:lnSpc>
                <a:spcPct val="90000"/>
              </a:lnSpc>
              <a:spcBef>
                <a:spcPts val="600"/>
              </a:spcBef>
              <a:buClr>
                <a:schemeClr val="lt1"/>
              </a:buClr>
              <a:buFont typeface="Questrial"/>
              <a:buNone/>
              <a:defRPr sz="1600">
                <a:solidFill>
                  <a:schemeClr val="lt1"/>
                </a:solidFill>
              </a:defRPr>
            </a:lvl4pPr>
            <a:lvl5pPr indent="0" lvl="4" marL="0" rtl="0">
              <a:lnSpc>
                <a:spcPct val="90000"/>
              </a:lnSpc>
              <a:spcBef>
                <a:spcPts val="600"/>
              </a:spcBef>
              <a:buClr>
                <a:schemeClr val="lt1"/>
              </a:buClr>
              <a:buFont typeface="Questrial"/>
              <a:buNone/>
              <a:defRPr sz="1600">
                <a:solidFill>
                  <a:schemeClr val="lt1"/>
                </a:solidFill>
              </a:defRPr>
            </a:lvl5pPr>
            <a:lvl6pPr indent="0" lvl="5" marL="0" rtl="0">
              <a:lnSpc>
                <a:spcPct val="90000"/>
              </a:lnSpc>
              <a:spcBef>
                <a:spcPts val="600"/>
              </a:spcBef>
              <a:buClr>
                <a:schemeClr val="lt1"/>
              </a:buClr>
              <a:buFont typeface="Questrial"/>
              <a:buNone/>
              <a:defRPr sz="1600">
                <a:solidFill>
                  <a:schemeClr val="lt1"/>
                </a:solidFill>
              </a:defRPr>
            </a:lvl6pPr>
            <a:lvl7pPr indent="0" lvl="6" marL="0" rtl="0">
              <a:lnSpc>
                <a:spcPct val="90000"/>
              </a:lnSpc>
              <a:spcBef>
                <a:spcPts val="600"/>
              </a:spcBef>
              <a:buClr>
                <a:schemeClr val="lt1"/>
              </a:buClr>
              <a:buFont typeface="Questrial"/>
              <a:buNone/>
              <a:defRPr sz="1600">
                <a:solidFill>
                  <a:schemeClr val="lt1"/>
                </a:solidFill>
              </a:defRPr>
            </a:lvl7pPr>
            <a:lvl8pPr indent="0" lvl="7" marL="0" rtl="0">
              <a:lnSpc>
                <a:spcPct val="90000"/>
              </a:lnSpc>
              <a:spcBef>
                <a:spcPts val="600"/>
              </a:spcBef>
              <a:buClr>
                <a:schemeClr val="lt1"/>
              </a:buClr>
              <a:buFont typeface="Questrial"/>
              <a:buNone/>
              <a:defRPr sz="1600">
                <a:solidFill>
                  <a:schemeClr val="lt1"/>
                </a:solidFill>
              </a:defRPr>
            </a:lvl8pPr>
            <a:lvl9pPr lvl="8" rtl="0">
              <a:spcBef>
                <a:spcPts val="0"/>
              </a:spcBef>
              <a:defRPr sz="1200">
                <a:solidFill>
                  <a:srgbClr val="3F3F3F"/>
                </a:solidFill>
                <a:latin typeface="Questrial"/>
                <a:ea typeface="Questrial"/>
                <a:cs typeface="Questrial"/>
                <a:sym typeface="Questrial"/>
              </a:defRPr>
            </a:lvl9pPr>
          </a:lstStyle>
          <a:p/>
        </p:txBody>
      </p:sp>
      <p:sp>
        <p:nvSpPr>
          <p:cNvPr id="34" name="Shape 34"/>
          <p:cNvSpPr txBox="1"/>
          <p:nvPr>
            <p:ph idx="3" type="body"/>
          </p:nvPr>
        </p:nvSpPr>
        <p:spPr>
          <a:xfrm>
            <a:off x="457200" y="6081067"/>
            <a:ext cx="2743199" cy="228600"/>
          </a:xfrm>
          <a:prstGeom prst="rect">
            <a:avLst/>
          </a:prstGeom>
          <a:noFill/>
          <a:ln>
            <a:noFill/>
          </a:ln>
        </p:spPr>
        <p:txBody>
          <a:bodyPr anchorCtr="0" anchor="t" bIns="91425" lIns="91425" rIns="91425" tIns="91425"/>
          <a:lstStyle>
            <a:lvl1pPr indent="0" lvl="0" marL="0" rtl="0">
              <a:lnSpc>
                <a:spcPct val="90000"/>
              </a:lnSpc>
              <a:spcBef>
                <a:spcPts val="0"/>
              </a:spcBef>
              <a:buClr>
                <a:schemeClr val="lt1"/>
              </a:buClr>
              <a:buFont typeface="Questrial"/>
              <a:buNone/>
              <a:defRPr sz="1600">
                <a:solidFill>
                  <a:schemeClr val="lt1"/>
                </a:solidFill>
              </a:defRPr>
            </a:lvl1pPr>
            <a:lvl2pPr indent="0" lvl="1" marL="0" rtl="0">
              <a:lnSpc>
                <a:spcPct val="90000"/>
              </a:lnSpc>
              <a:spcBef>
                <a:spcPts val="600"/>
              </a:spcBef>
              <a:buClr>
                <a:schemeClr val="lt1"/>
              </a:buClr>
              <a:buFont typeface="Questrial"/>
              <a:buNone/>
              <a:defRPr sz="1600">
                <a:solidFill>
                  <a:schemeClr val="lt1"/>
                </a:solidFill>
              </a:defRPr>
            </a:lvl2pPr>
            <a:lvl3pPr indent="0" lvl="2" marL="0" rtl="0">
              <a:lnSpc>
                <a:spcPct val="90000"/>
              </a:lnSpc>
              <a:spcBef>
                <a:spcPts val="600"/>
              </a:spcBef>
              <a:buClr>
                <a:schemeClr val="lt1"/>
              </a:buClr>
              <a:buFont typeface="Questrial"/>
              <a:buNone/>
              <a:defRPr sz="1600">
                <a:solidFill>
                  <a:schemeClr val="lt1"/>
                </a:solidFill>
              </a:defRPr>
            </a:lvl3pPr>
            <a:lvl4pPr indent="0" lvl="3" marL="0" rtl="0">
              <a:lnSpc>
                <a:spcPct val="90000"/>
              </a:lnSpc>
              <a:spcBef>
                <a:spcPts val="600"/>
              </a:spcBef>
              <a:buClr>
                <a:schemeClr val="lt1"/>
              </a:buClr>
              <a:buFont typeface="Questrial"/>
              <a:buNone/>
              <a:defRPr sz="1600">
                <a:solidFill>
                  <a:schemeClr val="lt1"/>
                </a:solidFill>
              </a:defRPr>
            </a:lvl4pPr>
            <a:lvl5pPr indent="0" lvl="4" marL="0" rtl="0">
              <a:lnSpc>
                <a:spcPct val="90000"/>
              </a:lnSpc>
              <a:spcBef>
                <a:spcPts val="600"/>
              </a:spcBef>
              <a:buClr>
                <a:schemeClr val="lt1"/>
              </a:buClr>
              <a:buFont typeface="Questrial"/>
              <a:buNone/>
              <a:defRPr sz="1600">
                <a:solidFill>
                  <a:schemeClr val="lt1"/>
                </a:solidFill>
              </a:defRPr>
            </a:lvl5pPr>
            <a:lvl6pPr indent="0" lvl="5" marL="0" rtl="0">
              <a:lnSpc>
                <a:spcPct val="90000"/>
              </a:lnSpc>
              <a:spcBef>
                <a:spcPts val="600"/>
              </a:spcBef>
              <a:buClr>
                <a:schemeClr val="lt1"/>
              </a:buClr>
              <a:buFont typeface="Questrial"/>
              <a:buNone/>
              <a:defRPr sz="1600">
                <a:solidFill>
                  <a:schemeClr val="lt1"/>
                </a:solidFill>
              </a:defRPr>
            </a:lvl6pPr>
            <a:lvl7pPr indent="0" lvl="6" marL="0" rtl="0">
              <a:lnSpc>
                <a:spcPct val="90000"/>
              </a:lnSpc>
              <a:spcBef>
                <a:spcPts val="600"/>
              </a:spcBef>
              <a:buClr>
                <a:schemeClr val="lt1"/>
              </a:buClr>
              <a:buFont typeface="Questrial"/>
              <a:buNone/>
              <a:defRPr sz="1600">
                <a:solidFill>
                  <a:schemeClr val="lt1"/>
                </a:solidFill>
              </a:defRPr>
            </a:lvl7pPr>
            <a:lvl8pPr indent="0" lvl="7" marL="0" rtl="0">
              <a:lnSpc>
                <a:spcPct val="90000"/>
              </a:lnSpc>
              <a:spcBef>
                <a:spcPts val="600"/>
              </a:spcBef>
              <a:buClr>
                <a:schemeClr val="lt1"/>
              </a:buClr>
              <a:buFont typeface="Questrial"/>
              <a:buNone/>
              <a:defRPr sz="1600">
                <a:solidFill>
                  <a:schemeClr val="lt1"/>
                </a:solidFill>
              </a:defRPr>
            </a:lvl8pPr>
            <a:lvl9pPr lvl="8" rtl="0">
              <a:spcBef>
                <a:spcPts val="0"/>
              </a:spcBef>
              <a:defRPr sz="1200">
                <a:solidFill>
                  <a:srgbClr val="3F3F3F"/>
                </a:solidFill>
                <a:latin typeface="Questrial"/>
                <a:ea typeface="Questrial"/>
                <a:cs typeface="Questrial"/>
                <a:sym typeface="Questrial"/>
              </a:defRPr>
            </a:lvl9pPr>
          </a:lstStyle>
          <a:p/>
        </p:txBody>
      </p:sp>
      <p:sp>
        <p:nvSpPr>
          <p:cNvPr id="35" name="Shape 35"/>
          <p:cNvSpPr txBox="1"/>
          <p:nvPr/>
        </p:nvSpPr>
        <p:spPr>
          <a:xfrm>
            <a:off x="6934200" y="6505955"/>
            <a:ext cx="1751699" cy="199500"/>
          </a:xfrm>
          <a:prstGeom prst="rect">
            <a:avLst/>
          </a:prstGeom>
          <a:noFill/>
          <a:ln>
            <a:noFill/>
          </a:ln>
        </p:spPr>
        <p:txBody>
          <a:bodyPr anchorCtr="0" anchor="t" bIns="0" lIns="0" rIns="0" tIns="0">
            <a:noAutofit/>
          </a:bodyPr>
          <a:lstStyle/>
          <a:p>
            <a:pPr indent="0" lvl="0" marL="0" marR="0" rtl="0" algn="r">
              <a:lnSpc>
                <a:spcPct val="90000"/>
              </a:lnSpc>
              <a:spcBef>
                <a:spcPts val="0"/>
              </a:spcBef>
              <a:buSzPct val="25000"/>
              <a:buNone/>
            </a:pPr>
            <a:r>
              <a:rPr b="0" i="0" lang="en" sz="700" u="none" cap="none" strike="noStrike">
                <a:solidFill>
                  <a:schemeClr val="lt1"/>
                </a:solidFill>
                <a:latin typeface="Questrial"/>
                <a:ea typeface="Questrial"/>
                <a:cs typeface="Questrial"/>
                <a:sym typeface="Questrial"/>
              </a:rPr>
              <a:t>© 2014 VMware Inc. All rights reserved.</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457200" y="274637"/>
            <a:ext cx="8229600" cy="1143000"/>
          </a:xfrm>
          <a:prstGeom prst="rect">
            <a:avLst/>
          </a:prstGeom>
          <a:noFill/>
          <a:ln>
            <a:noFill/>
          </a:ln>
        </p:spPr>
        <p:txBody>
          <a:bodyPr anchorCtr="0" anchor="b" bIns="91425" lIns="91425" rIns="91425" tIns="91425"/>
          <a:lstStyle>
            <a:lvl1pPr lvl="0">
              <a:spcBef>
                <a:spcPts val="0"/>
              </a:spcBef>
              <a:buClr>
                <a:schemeClr val="dk1"/>
              </a:buClr>
              <a:buSzPct val="100000"/>
              <a:buNone/>
              <a:defRPr b="1" sz="3600">
                <a:solidFill>
                  <a:schemeClr val="dk1"/>
                </a:solidFill>
              </a:defRPr>
            </a:lvl1pPr>
            <a:lvl2pPr lvl="1">
              <a:spcBef>
                <a:spcPts val="0"/>
              </a:spcBef>
              <a:buClr>
                <a:schemeClr val="dk1"/>
              </a:buClr>
              <a:buSzPct val="100000"/>
              <a:buNone/>
              <a:defRPr b="1" sz="3600">
                <a:solidFill>
                  <a:schemeClr val="dk1"/>
                </a:solidFill>
              </a:defRPr>
            </a:lvl2pPr>
            <a:lvl3pPr lvl="2">
              <a:spcBef>
                <a:spcPts val="0"/>
              </a:spcBef>
              <a:buClr>
                <a:schemeClr val="dk1"/>
              </a:buClr>
              <a:buSzPct val="100000"/>
              <a:buNone/>
              <a:defRPr b="1" sz="3600">
                <a:solidFill>
                  <a:schemeClr val="dk1"/>
                </a:solidFill>
              </a:defRPr>
            </a:lvl3pPr>
            <a:lvl4pPr lvl="3">
              <a:spcBef>
                <a:spcPts val="0"/>
              </a:spcBef>
              <a:buClr>
                <a:schemeClr val="dk1"/>
              </a:buClr>
              <a:buSzPct val="100000"/>
              <a:buNone/>
              <a:defRPr b="1" sz="3600">
                <a:solidFill>
                  <a:schemeClr val="dk1"/>
                </a:solidFill>
              </a:defRPr>
            </a:lvl4pPr>
            <a:lvl5pPr lvl="4">
              <a:spcBef>
                <a:spcPts val="0"/>
              </a:spcBef>
              <a:buClr>
                <a:schemeClr val="dk1"/>
              </a:buClr>
              <a:buSzPct val="100000"/>
              <a:buNone/>
              <a:defRPr b="1" sz="3600">
                <a:solidFill>
                  <a:schemeClr val="dk1"/>
                </a:solidFill>
              </a:defRPr>
            </a:lvl5pPr>
            <a:lvl6pPr lvl="5">
              <a:spcBef>
                <a:spcPts val="0"/>
              </a:spcBef>
              <a:buClr>
                <a:schemeClr val="dk1"/>
              </a:buClr>
              <a:buSzPct val="100000"/>
              <a:buNone/>
              <a:defRPr b="1" sz="3600">
                <a:solidFill>
                  <a:schemeClr val="dk1"/>
                </a:solidFill>
              </a:defRPr>
            </a:lvl6pPr>
            <a:lvl7pPr lvl="6">
              <a:spcBef>
                <a:spcPts val="0"/>
              </a:spcBef>
              <a:buClr>
                <a:schemeClr val="dk1"/>
              </a:buClr>
              <a:buSzPct val="100000"/>
              <a:buNone/>
              <a:defRPr b="1" sz="3600">
                <a:solidFill>
                  <a:schemeClr val="dk1"/>
                </a:solidFill>
              </a:defRPr>
            </a:lvl7pPr>
            <a:lvl8pPr lvl="7">
              <a:spcBef>
                <a:spcPts val="0"/>
              </a:spcBef>
              <a:buClr>
                <a:schemeClr val="dk1"/>
              </a:buClr>
              <a:buSzPct val="100000"/>
              <a:buNone/>
              <a:defRPr b="1" sz="3600">
                <a:solidFill>
                  <a:schemeClr val="dk1"/>
                </a:solidFill>
              </a:defRPr>
            </a:lvl8pPr>
            <a:lvl9pPr lvl="8">
              <a:spcBef>
                <a:spcPts val="0"/>
              </a:spcBef>
              <a:buClr>
                <a:schemeClr val="dk1"/>
              </a:buClr>
              <a:buSzPct val="100000"/>
              <a:buNone/>
              <a:defRPr b="1" sz="3600">
                <a:solidFill>
                  <a:schemeClr val="dk1"/>
                </a:solidFill>
              </a:defRPr>
            </a:lvl9pPr>
          </a:lstStyle>
          <a:p/>
        </p:txBody>
      </p:sp>
      <p:sp>
        <p:nvSpPr>
          <p:cNvPr id="7" name="Shape 7"/>
          <p:cNvSpPr txBox="1"/>
          <p:nvPr>
            <p:ph idx="1" type="body"/>
          </p:nvPr>
        </p:nvSpPr>
        <p:spPr>
          <a:xfrm>
            <a:off x="457200" y="1600200"/>
            <a:ext cx="8229600" cy="4967700"/>
          </a:xfrm>
          <a:prstGeom prst="rect">
            <a:avLst/>
          </a:prstGeom>
          <a:noFill/>
          <a:ln>
            <a:noFill/>
          </a:ln>
        </p:spPr>
        <p:txBody>
          <a:bodyPr anchorCtr="0" anchor="t" bIns="91425" lIns="91425" rIns="91425" tIns="91425"/>
          <a:lstStyle>
            <a:lvl1pPr lvl="0">
              <a:spcBef>
                <a:spcPts val="600"/>
              </a:spcBef>
              <a:buClr>
                <a:schemeClr val="dk1"/>
              </a:buClr>
              <a:buSzPct val="100000"/>
              <a:defRPr sz="3000">
                <a:solidFill>
                  <a:schemeClr val="dk1"/>
                </a:solidFill>
              </a:defRPr>
            </a:lvl1pPr>
            <a:lvl2pPr lvl="1">
              <a:spcBef>
                <a:spcPts val="480"/>
              </a:spcBef>
              <a:buClr>
                <a:schemeClr val="dk1"/>
              </a:buClr>
              <a:buSzPct val="100000"/>
              <a:defRPr sz="2400">
                <a:solidFill>
                  <a:schemeClr val="dk1"/>
                </a:solidFill>
              </a:defRPr>
            </a:lvl2pPr>
            <a:lvl3pPr lvl="2">
              <a:spcBef>
                <a:spcPts val="480"/>
              </a:spcBef>
              <a:buClr>
                <a:schemeClr val="dk1"/>
              </a:buClr>
              <a:buSzPct val="100000"/>
              <a:defRPr sz="2400">
                <a:solidFill>
                  <a:schemeClr val="dk1"/>
                </a:solidFill>
              </a:defRPr>
            </a:lvl3pPr>
            <a:lvl4pPr lvl="3">
              <a:spcBef>
                <a:spcPts val="360"/>
              </a:spcBef>
              <a:buClr>
                <a:schemeClr val="dk1"/>
              </a:buClr>
              <a:buSzPct val="100000"/>
              <a:defRPr sz="1800">
                <a:solidFill>
                  <a:schemeClr val="dk1"/>
                </a:solidFill>
              </a:defRPr>
            </a:lvl4pPr>
            <a:lvl5pPr lvl="4">
              <a:spcBef>
                <a:spcPts val="360"/>
              </a:spcBef>
              <a:buClr>
                <a:schemeClr val="dk1"/>
              </a:buClr>
              <a:buSzPct val="100000"/>
              <a:defRPr sz="1800">
                <a:solidFill>
                  <a:schemeClr val="dk1"/>
                </a:solidFill>
              </a:defRPr>
            </a:lvl5pPr>
            <a:lvl6pPr lvl="5">
              <a:spcBef>
                <a:spcPts val="360"/>
              </a:spcBef>
              <a:buClr>
                <a:schemeClr val="dk1"/>
              </a:buClr>
              <a:buSzPct val="100000"/>
              <a:defRPr sz="1800">
                <a:solidFill>
                  <a:schemeClr val="dk1"/>
                </a:solidFill>
              </a:defRPr>
            </a:lvl6pPr>
            <a:lvl7pPr lvl="6">
              <a:spcBef>
                <a:spcPts val="360"/>
              </a:spcBef>
              <a:buClr>
                <a:schemeClr val="dk1"/>
              </a:buClr>
              <a:buSzPct val="100000"/>
              <a:defRPr sz="1800">
                <a:solidFill>
                  <a:schemeClr val="dk1"/>
                </a:solidFill>
              </a:defRPr>
            </a:lvl7pPr>
            <a:lvl8pPr lvl="7">
              <a:spcBef>
                <a:spcPts val="360"/>
              </a:spcBef>
              <a:buClr>
                <a:schemeClr val="dk1"/>
              </a:buClr>
              <a:buSzPct val="100000"/>
              <a:defRPr sz="1800">
                <a:solidFill>
                  <a:schemeClr val="dk1"/>
                </a:solidFill>
              </a:defRPr>
            </a:lvl8pPr>
            <a:lvl9pPr lvl="8">
              <a:spcBef>
                <a:spcPts val="360"/>
              </a:spcBef>
              <a:buClr>
                <a:schemeClr val="dk1"/>
              </a:buClr>
              <a:buSzPct val="100000"/>
              <a:defRPr sz="1800">
                <a:solidFill>
                  <a:schemeClr val="dk1"/>
                </a:solidFil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00.png"/><Relationship Id="rId4" Type="http://schemas.openxmlformats.org/officeDocument/2006/relationships/hyperlink" Target="www.womenwhocode.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01.jpg"/><Relationship Id="rId4" Type="http://schemas.openxmlformats.org/officeDocument/2006/relationships/image" Target="../media/image0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06.jpg"/><Relationship Id="rId4" Type="http://schemas.openxmlformats.org/officeDocument/2006/relationships/image" Target="../media/image01.jpg"/><Relationship Id="rId5" Type="http://schemas.openxmlformats.org/officeDocument/2006/relationships/image" Target="../media/image02.jpg"/><Relationship Id="rId6" Type="http://schemas.openxmlformats.org/officeDocument/2006/relationships/image" Target="../media/image0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0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www.verizonenterprise.com/resources/insights/hbr/" TargetMode="External"/><Relationship Id="rId4" Type="http://schemas.openxmlformats.org/officeDocument/2006/relationships/hyperlink" Target="http://hbr.org/hbr-analytic-services" TargetMode="External"/><Relationship Id="rId5" Type="http://schemas.openxmlformats.org/officeDocument/2006/relationships/hyperlink" Target="http://www.verizonenterprise.com/" TargetMode="External"/><Relationship Id="rId6" Type="http://schemas.openxmlformats.org/officeDocument/2006/relationships/image" Target="../media/image0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0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0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0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0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0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39" name="Shape 39"/>
        <p:cNvGrpSpPr/>
        <p:nvPr/>
      </p:nvGrpSpPr>
      <p:grpSpPr>
        <a:xfrm>
          <a:off x="0" y="0"/>
          <a:ext cx="0" cy="0"/>
          <a:chOff x="0" y="0"/>
          <a:chExt cx="0" cy="0"/>
        </a:xfrm>
      </p:grpSpPr>
      <p:pic>
        <p:nvPicPr>
          <p:cNvPr id="40" name="Shape 40"/>
          <p:cNvPicPr preferRelativeResize="0"/>
          <p:nvPr/>
        </p:nvPicPr>
        <p:blipFill>
          <a:blip r:embed="rId3">
            <a:alphaModFix/>
          </a:blip>
          <a:stretch>
            <a:fillRect/>
          </a:stretch>
        </p:blipFill>
        <p:spPr>
          <a:xfrm>
            <a:off x="2106625" y="1022424"/>
            <a:ext cx="4930725" cy="2395500"/>
          </a:xfrm>
          <a:prstGeom prst="rect">
            <a:avLst/>
          </a:prstGeom>
          <a:noFill/>
          <a:ln>
            <a:noFill/>
          </a:ln>
        </p:spPr>
      </p:pic>
      <p:sp>
        <p:nvSpPr>
          <p:cNvPr id="41" name="Shape 41"/>
          <p:cNvSpPr txBox="1"/>
          <p:nvPr/>
        </p:nvSpPr>
        <p:spPr>
          <a:xfrm>
            <a:off x="3788025" y="5774875"/>
            <a:ext cx="5179500" cy="939600"/>
          </a:xfrm>
          <a:prstGeom prst="rect">
            <a:avLst/>
          </a:prstGeom>
          <a:noFill/>
          <a:ln>
            <a:noFill/>
          </a:ln>
        </p:spPr>
        <p:txBody>
          <a:bodyPr anchorCtr="0" anchor="ctr" bIns="91425" lIns="91425" rIns="91425" tIns="91425">
            <a:noAutofit/>
          </a:bodyPr>
          <a:lstStyle/>
          <a:p>
            <a:pPr lvl="0" rtl="0" algn="r">
              <a:spcBef>
                <a:spcPts val="0"/>
              </a:spcBef>
              <a:buNone/>
            </a:pPr>
            <a:r>
              <a:rPr lang="en">
                <a:solidFill>
                  <a:srgbClr val="777777"/>
                </a:solidFill>
                <a:latin typeface="Helvetica Neue"/>
                <a:ea typeface="Helvetica Neue"/>
                <a:cs typeface="Helvetica Neue"/>
                <a:sym typeface="Helvetica Neue"/>
              </a:rPr>
              <a:t>Guiti Nabavi, Snehal Patil, SV Director</a:t>
            </a:r>
          </a:p>
          <a:p>
            <a:pPr lvl="0" rtl="0" algn="r">
              <a:spcBef>
                <a:spcPts val="0"/>
              </a:spcBef>
              <a:buNone/>
            </a:pPr>
            <a:r>
              <a:rPr lang="en" u="sng">
                <a:solidFill>
                  <a:schemeClr val="hlink"/>
                </a:solidFill>
                <a:latin typeface="Helvetica Neue"/>
                <a:ea typeface="Helvetica Neue"/>
                <a:cs typeface="Helvetica Neue"/>
                <a:sym typeface="Helvetica Neue"/>
                <a:hlinkClick r:id="rId4"/>
              </a:rPr>
              <a:t>www.womenwhocode.com</a:t>
            </a:r>
            <a:r>
              <a:rPr lang="en">
                <a:solidFill>
                  <a:srgbClr val="777777"/>
                </a:solidFill>
                <a:latin typeface="Helvetica Neue"/>
                <a:ea typeface="Helvetica Neue"/>
                <a:cs typeface="Helvetica Neue"/>
                <a:sym typeface="Helvetica Neue"/>
              </a:rPr>
              <a:t>/sv</a:t>
            </a:r>
            <a:r>
              <a:rPr lang="en">
                <a:solidFill>
                  <a:srgbClr val="777777"/>
                </a:solidFill>
                <a:latin typeface="Helvetica Neue"/>
                <a:ea typeface="Helvetica Neue"/>
                <a:cs typeface="Helvetica Neue"/>
                <a:sym typeface="Helvetica Neue"/>
              </a:rPr>
              <a:t> </a:t>
            </a:r>
          </a:p>
          <a:p>
            <a:pPr lvl="0" rtl="0" algn="r">
              <a:spcBef>
                <a:spcPts val="0"/>
              </a:spcBef>
              <a:buNone/>
            </a:pPr>
            <a:r>
              <a:rPr lang="en">
                <a:solidFill>
                  <a:srgbClr val="777777"/>
                </a:solidFill>
                <a:latin typeface="Helvetica Neue"/>
                <a:ea typeface="Helvetica Neue"/>
                <a:cs typeface="Helvetica Neue"/>
                <a:sym typeface="Helvetica Neue"/>
              </a:rPr>
              <a:t>Tax ID: 46-4218859</a:t>
            </a:r>
          </a:p>
        </p:txBody>
      </p:sp>
      <p:sp>
        <p:nvSpPr>
          <p:cNvPr id="42" name="Shape 42"/>
          <p:cNvSpPr txBox="1"/>
          <p:nvPr/>
        </p:nvSpPr>
        <p:spPr>
          <a:xfrm>
            <a:off x="126475" y="4648675"/>
            <a:ext cx="8923800" cy="1126200"/>
          </a:xfrm>
          <a:prstGeom prst="rect">
            <a:avLst/>
          </a:prstGeom>
          <a:noFill/>
          <a:ln>
            <a:noFill/>
          </a:ln>
        </p:spPr>
        <p:txBody>
          <a:bodyPr anchorCtr="0" anchor="ctr" bIns="91425" lIns="91425" rIns="91425" tIns="91425">
            <a:noAutofit/>
          </a:bodyPr>
          <a:lstStyle/>
          <a:p>
            <a:pPr lvl="0" algn="ctr">
              <a:spcBef>
                <a:spcPts val="0"/>
              </a:spcBef>
              <a:buNone/>
            </a:pPr>
            <a:r>
              <a:rPr lang="en" sz="1800">
                <a:solidFill>
                  <a:srgbClr val="00B6AA"/>
                </a:solidFill>
                <a:latin typeface="Helvetica Neue"/>
                <a:ea typeface="Helvetica Neue"/>
                <a:cs typeface="Helvetica Neue"/>
                <a:sym typeface="Helvetica Neue"/>
              </a:rPr>
              <a:t>INSPIRING</a:t>
            </a:r>
            <a:r>
              <a:rPr lang="en" sz="1800">
                <a:solidFill>
                  <a:srgbClr val="333333"/>
                </a:solidFill>
                <a:latin typeface="Helvetica Neue"/>
                <a:ea typeface="Helvetica Neue"/>
                <a:cs typeface="Helvetica Neue"/>
                <a:sym typeface="Helvetica Neue"/>
              </a:rPr>
              <a:t> women to </a:t>
            </a:r>
            <a:r>
              <a:rPr lang="en" sz="1800">
                <a:solidFill>
                  <a:srgbClr val="00B6AA"/>
                </a:solidFill>
                <a:latin typeface="Helvetica Neue"/>
                <a:ea typeface="Helvetica Neue"/>
                <a:cs typeface="Helvetica Neue"/>
                <a:sym typeface="Helvetica Neue"/>
              </a:rPr>
              <a:t>EXCEL</a:t>
            </a:r>
            <a:r>
              <a:rPr lang="en" sz="1800">
                <a:solidFill>
                  <a:srgbClr val="333333"/>
                </a:solidFill>
                <a:latin typeface="Helvetica Neue"/>
                <a:ea typeface="Helvetica Neue"/>
                <a:cs typeface="Helvetica Neue"/>
                <a:sym typeface="Helvetica Neue"/>
              </a:rPr>
              <a:t> in technology careers </a:t>
            </a:r>
          </a:p>
          <a:p>
            <a:pPr lvl="0" rtl="0" algn="ctr">
              <a:spcBef>
                <a:spcPts val="0"/>
              </a:spcBef>
              <a:buNone/>
            </a:pPr>
            <a:r>
              <a:rPr lang="en" sz="1800">
                <a:solidFill>
                  <a:srgbClr val="333333"/>
                </a:solidFill>
                <a:latin typeface="Helvetica Neue"/>
                <a:ea typeface="Helvetica Neue"/>
                <a:cs typeface="Helvetica Neue"/>
                <a:sym typeface="Helvetica Neue"/>
              </a:rPr>
              <a:t>and </a:t>
            </a:r>
            <a:r>
              <a:rPr lang="en" sz="1800">
                <a:solidFill>
                  <a:srgbClr val="00B6AA"/>
                </a:solidFill>
                <a:latin typeface="Helvetica Neue"/>
                <a:ea typeface="Helvetica Neue"/>
                <a:cs typeface="Helvetica Neue"/>
                <a:sym typeface="Helvetica Neue"/>
              </a:rPr>
              <a:t>PIONEER</a:t>
            </a:r>
            <a:r>
              <a:rPr lang="en" sz="1800">
                <a:solidFill>
                  <a:srgbClr val="333333"/>
                </a:solidFill>
                <a:latin typeface="Helvetica Neue"/>
                <a:ea typeface="Helvetica Neue"/>
                <a:cs typeface="Helvetica Neue"/>
                <a:sym typeface="Helvetica Neue"/>
              </a:rPr>
              <a:t> new industries</a:t>
            </a:r>
          </a:p>
        </p:txBody>
      </p:sp>
      <p:sp>
        <p:nvSpPr>
          <p:cNvPr id="43" name="Shape 43"/>
          <p:cNvSpPr txBox="1"/>
          <p:nvPr/>
        </p:nvSpPr>
        <p:spPr>
          <a:xfrm>
            <a:off x="524700" y="3561100"/>
            <a:ext cx="8094600" cy="944400"/>
          </a:xfrm>
          <a:prstGeom prst="rect">
            <a:avLst/>
          </a:prstGeom>
          <a:noFill/>
          <a:ln>
            <a:noFill/>
          </a:ln>
        </p:spPr>
        <p:txBody>
          <a:bodyPr anchorCtr="0" anchor="t" bIns="91425" lIns="91425" rIns="91425" tIns="91425">
            <a:noAutofit/>
          </a:bodyPr>
          <a:lstStyle/>
          <a:p>
            <a:pPr lvl="0" algn="ctr">
              <a:spcBef>
                <a:spcPts val="0"/>
              </a:spcBef>
              <a:buClr>
                <a:schemeClr val="dk1"/>
              </a:buClr>
              <a:buSzPct val="25000"/>
              <a:buFont typeface="Arial"/>
              <a:buNone/>
            </a:pPr>
            <a:r>
              <a:rPr lang="en" sz="4800">
                <a:solidFill>
                  <a:srgbClr val="00B6AA"/>
                </a:solidFill>
                <a:latin typeface="Helvetica Neue"/>
                <a:ea typeface="Helvetica Neue"/>
                <a:cs typeface="Helvetica Neue"/>
                <a:sym typeface="Helvetica Neue"/>
              </a:rPr>
              <a:t>SILICON VALLEY</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47" name="Shape 47"/>
        <p:cNvGrpSpPr/>
        <p:nvPr/>
      </p:nvGrpSpPr>
      <p:grpSpPr>
        <a:xfrm>
          <a:off x="0" y="0"/>
          <a:ext cx="0" cy="0"/>
          <a:chOff x="0" y="0"/>
          <a:chExt cx="0" cy="0"/>
        </a:xfrm>
      </p:grpSpPr>
      <p:sp>
        <p:nvSpPr>
          <p:cNvPr id="48" name="Shape 48"/>
          <p:cNvSpPr txBox="1"/>
          <p:nvPr>
            <p:ph idx="4294967295" type="title"/>
          </p:nvPr>
        </p:nvSpPr>
        <p:spPr>
          <a:xfrm>
            <a:off x="457200" y="159662"/>
            <a:ext cx="8229600" cy="1143000"/>
          </a:xfrm>
          <a:prstGeom prst="rect">
            <a:avLst/>
          </a:prstGeom>
        </p:spPr>
        <p:txBody>
          <a:bodyPr anchorCtr="0" anchor="b" bIns="91425" lIns="91425" rIns="91425" tIns="91425">
            <a:noAutofit/>
          </a:bodyPr>
          <a:lstStyle/>
          <a:p>
            <a:pPr lvl="0" rtl="0">
              <a:spcBef>
                <a:spcPts val="0"/>
              </a:spcBef>
              <a:buNone/>
            </a:pPr>
            <a:r>
              <a:rPr lang="en">
                <a:solidFill>
                  <a:srgbClr val="00B6AA"/>
                </a:solidFill>
                <a:latin typeface="Montserrat"/>
                <a:ea typeface="Montserrat"/>
                <a:cs typeface="Montserrat"/>
                <a:sym typeface="Montserrat"/>
              </a:rPr>
              <a:t>WWCODE Silicon Valley</a:t>
            </a:r>
          </a:p>
        </p:txBody>
      </p:sp>
      <p:sp>
        <p:nvSpPr>
          <p:cNvPr id="49" name="Shape 49"/>
          <p:cNvSpPr txBox="1"/>
          <p:nvPr>
            <p:ph idx="4294967295" type="body"/>
          </p:nvPr>
        </p:nvSpPr>
        <p:spPr>
          <a:xfrm>
            <a:off x="457200" y="1159625"/>
            <a:ext cx="8347200" cy="5125800"/>
          </a:xfrm>
          <a:prstGeom prst="rect">
            <a:avLst/>
          </a:prstGeom>
        </p:spPr>
        <p:txBody>
          <a:bodyPr anchorCtr="0" anchor="t" bIns="91425" lIns="91425" rIns="91425" tIns="91425">
            <a:noAutofit/>
          </a:bodyPr>
          <a:lstStyle/>
          <a:p>
            <a:pPr lvl="0" rtl="0">
              <a:lnSpc>
                <a:spcPct val="115000"/>
              </a:lnSpc>
              <a:spcBef>
                <a:spcPts val="0"/>
              </a:spcBef>
              <a:buNone/>
            </a:pPr>
            <a:r>
              <a:rPr b="1" lang="en">
                <a:solidFill>
                  <a:srgbClr val="00B6AA"/>
                </a:solidFill>
                <a:latin typeface="Helvetica Neue"/>
                <a:ea typeface="Helvetica Neue"/>
                <a:cs typeface="Helvetica Neue"/>
                <a:sym typeface="Helvetica Neue"/>
              </a:rPr>
              <a:t>Thank YOU for extraordinary Achievement !</a:t>
            </a:r>
          </a:p>
          <a:p>
            <a:pPr indent="-355600" lvl="0" marL="457200" rtl="0">
              <a:lnSpc>
                <a:spcPct val="115000"/>
              </a:lnSpc>
              <a:spcBef>
                <a:spcPts val="0"/>
              </a:spcBef>
              <a:buSzPct val="83333"/>
              <a:buFont typeface="Helvetica Neue"/>
            </a:pPr>
            <a:r>
              <a:rPr lang="en" sz="2400">
                <a:solidFill>
                  <a:srgbClr val="333333"/>
                </a:solidFill>
                <a:latin typeface="Helvetica Neue"/>
                <a:ea typeface="Helvetica Neue"/>
                <a:cs typeface="Helvetica Neue"/>
                <a:sym typeface="Helvetica Neue"/>
              </a:rPr>
              <a:t>Established May 13, 2014</a:t>
            </a:r>
          </a:p>
          <a:p>
            <a:pPr indent="-355600" lvl="0" marL="457200" rtl="0">
              <a:lnSpc>
                <a:spcPct val="115000"/>
              </a:lnSpc>
              <a:spcBef>
                <a:spcPts val="0"/>
              </a:spcBef>
              <a:buSzPct val="83333"/>
              <a:buFont typeface="Helvetica Neue"/>
            </a:pPr>
            <a:r>
              <a:rPr lang="en" sz="2400">
                <a:solidFill>
                  <a:srgbClr val="333333"/>
                </a:solidFill>
                <a:latin typeface="Helvetica Neue"/>
                <a:ea typeface="Helvetica Neue"/>
                <a:cs typeface="Helvetica Neue"/>
                <a:sym typeface="Helvetica Neue"/>
              </a:rPr>
              <a:t>Produced over </a:t>
            </a:r>
            <a:r>
              <a:rPr b="1" lang="en" sz="2400">
                <a:solidFill>
                  <a:srgbClr val="333333"/>
                </a:solidFill>
                <a:latin typeface="Helvetica Neue"/>
                <a:ea typeface="Helvetica Neue"/>
                <a:cs typeface="Helvetica Neue"/>
                <a:sym typeface="Helvetica Neue"/>
              </a:rPr>
              <a:t>245 Events, Seminars, Workshops</a:t>
            </a:r>
          </a:p>
          <a:p>
            <a:pPr indent="-355600" lvl="0" marL="457200" rtl="0">
              <a:lnSpc>
                <a:spcPct val="115000"/>
              </a:lnSpc>
              <a:spcBef>
                <a:spcPts val="0"/>
              </a:spcBef>
              <a:buSzPct val="83333"/>
              <a:buFont typeface="Helvetica Neue"/>
            </a:pPr>
            <a:r>
              <a:rPr lang="en" sz="2400">
                <a:solidFill>
                  <a:srgbClr val="333333"/>
                </a:solidFill>
                <a:latin typeface="Helvetica Neue"/>
                <a:ea typeface="Helvetica Neue"/>
                <a:cs typeface="Helvetica Neue"/>
                <a:sym typeface="Helvetica Neue"/>
              </a:rPr>
              <a:t>Increased membership from 2 to </a:t>
            </a:r>
            <a:r>
              <a:rPr b="1" lang="en" sz="2400">
                <a:solidFill>
                  <a:srgbClr val="333333"/>
                </a:solidFill>
                <a:latin typeface="Helvetica Neue"/>
                <a:ea typeface="Helvetica Neue"/>
                <a:cs typeface="Helvetica Neue"/>
                <a:sym typeface="Helvetica Neue"/>
              </a:rPr>
              <a:t>3118 members</a:t>
            </a:r>
          </a:p>
          <a:p>
            <a:pPr indent="-355600" lvl="0" marL="457200" rtl="0">
              <a:lnSpc>
                <a:spcPct val="115000"/>
              </a:lnSpc>
              <a:spcBef>
                <a:spcPts val="0"/>
              </a:spcBef>
              <a:buSzPct val="83333"/>
              <a:buFont typeface="Helvetica Neue"/>
            </a:pPr>
            <a:r>
              <a:rPr lang="en" sz="2400">
                <a:solidFill>
                  <a:srgbClr val="333333"/>
                </a:solidFill>
                <a:latin typeface="Helvetica Neue"/>
                <a:ea typeface="Helvetica Neue"/>
                <a:cs typeface="Helvetica Neue"/>
                <a:sym typeface="Helvetica Neue"/>
              </a:rPr>
              <a:t>Added </a:t>
            </a:r>
            <a:r>
              <a:rPr b="1" lang="en" sz="2400">
                <a:solidFill>
                  <a:srgbClr val="333333"/>
                </a:solidFill>
                <a:latin typeface="Helvetica Neue"/>
                <a:ea typeface="Helvetica Neue"/>
                <a:cs typeface="Helvetica Neue"/>
                <a:sym typeface="Helvetica Neue"/>
              </a:rPr>
              <a:t>X Hack Club</a:t>
            </a:r>
            <a:r>
              <a:rPr lang="en" sz="2400">
                <a:solidFill>
                  <a:srgbClr val="333333"/>
                </a:solidFill>
                <a:latin typeface="Helvetica Neue"/>
                <a:ea typeface="Helvetica Neue"/>
                <a:cs typeface="Helvetica Neue"/>
                <a:sym typeface="Helvetica Neue"/>
              </a:rPr>
              <a:t> for groups of coders creating MVP using X technology (python, iOS, ROR…)</a:t>
            </a:r>
          </a:p>
          <a:p>
            <a:pPr indent="-355600" lvl="0" marL="457200" rtl="0">
              <a:lnSpc>
                <a:spcPct val="115000"/>
              </a:lnSpc>
              <a:spcBef>
                <a:spcPts val="0"/>
              </a:spcBef>
              <a:buSzPct val="83333"/>
              <a:buFont typeface="Helvetica Neue"/>
            </a:pPr>
            <a:r>
              <a:rPr lang="en" sz="2400">
                <a:solidFill>
                  <a:srgbClr val="333333"/>
                </a:solidFill>
                <a:latin typeface="Helvetica Neue"/>
                <a:ea typeface="Helvetica Neue"/>
                <a:cs typeface="Helvetica Neue"/>
                <a:sym typeface="Helvetica Neue"/>
              </a:rPr>
              <a:t>Added </a:t>
            </a:r>
            <a:r>
              <a:rPr b="1" lang="en" sz="2400">
                <a:solidFill>
                  <a:srgbClr val="333333"/>
                </a:solidFill>
                <a:latin typeface="Helvetica Neue"/>
                <a:ea typeface="Helvetica Neue"/>
                <a:cs typeface="Helvetica Neue"/>
                <a:sym typeface="Helvetica Neue"/>
              </a:rPr>
              <a:t>Venture Hack Club</a:t>
            </a:r>
            <a:r>
              <a:rPr lang="en" sz="2400">
                <a:solidFill>
                  <a:srgbClr val="333333"/>
                </a:solidFill>
                <a:latin typeface="Helvetica Neue"/>
                <a:ea typeface="Helvetica Neue"/>
                <a:cs typeface="Helvetica Neue"/>
                <a:sym typeface="Helvetica Neue"/>
              </a:rPr>
              <a:t> for entrepreneurial members</a:t>
            </a:r>
          </a:p>
          <a:p>
            <a:pPr indent="-381000" lvl="0" marL="457200" rtl="0">
              <a:lnSpc>
                <a:spcPct val="115000"/>
              </a:lnSpc>
              <a:spcBef>
                <a:spcPts val="0"/>
              </a:spcBef>
              <a:buClr>
                <a:srgbClr val="333333"/>
              </a:buClr>
              <a:buSzPct val="100000"/>
              <a:buFont typeface="Helvetica Neue"/>
            </a:pPr>
            <a:r>
              <a:rPr lang="en" sz="2400">
                <a:solidFill>
                  <a:srgbClr val="333333"/>
                </a:solidFill>
                <a:latin typeface="Helvetica Neue"/>
                <a:ea typeface="Helvetica Neue"/>
                <a:cs typeface="Helvetica Neue"/>
                <a:sym typeface="Helvetica Neue"/>
              </a:rPr>
              <a:t>Added </a:t>
            </a:r>
            <a:r>
              <a:rPr b="1" lang="en" sz="2400">
                <a:solidFill>
                  <a:srgbClr val="333333"/>
                </a:solidFill>
                <a:latin typeface="Helvetica Neue"/>
                <a:ea typeface="Helvetica Neue"/>
                <a:cs typeface="Helvetica Neue"/>
                <a:sym typeface="Helvetica Neue"/>
              </a:rPr>
              <a:t>Career Hack Club</a:t>
            </a:r>
            <a:r>
              <a:rPr lang="en" sz="2400">
                <a:solidFill>
                  <a:srgbClr val="333333"/>
                </a:solidFill>
                <a:latin typeface="Helvetica Neue"/>
                <a:ea typeface="Helvetica Neue"/>
                <a:cs typeface="Helvetica Neue"/>
                <a:sym typeface="Helvetica Neue"/>
              </a:rPr>
              <a:t> to help women coders career</a:t>
            </a:r>
          </a:p>
          <a:p>
            <a:pPr indent="-381000" lvl="0" marL="457200" rtl="0">
              <a:lnSpc>
                <a:spcPct val="115000"/>
              </a:lnSpc>
              <a:spcBef>
                <a:spcPts val="0"/>
              </a:spcBef>
              <a:buClr>
                <a:srgbClr val="333333"/>
              </a:buClr>
              <a:buSzPct val="100000"/>
              <a:buFont typeface="Helvetica Neue"/>
            </a:pPr>
            <a:r>
              <a:rPr b="1" lang="en" sz="2400">
                <a:solidFill>
                  <a:srgbClr val="333333"/>
                </a:solidFill>
                <a:latin typeface="Helvetica Neue"/>
                <a:ea typeface="Helvetica Neue"/>
                <a:cs typeface="Helvetica Neue"/>
                <a:sym typeface="Helvetica Neue"/>
              </a:rPr>
              <a:t>Hack for Safe Campus</a:t>
            </a:r>
            <a:r>
              <a:rPr lang="en" sz="2400">
                <a:solidFill>
                  <a:srgbClr val="333333"/>
                </a:solidFill>
                <a:latin typeface="Helvetica Neue"/>
                <a:ea typeface="Helvetica Neue"/>
                <a:cs typeface="Helvetica Neue"/>
                <a:sym typeface="Helvetica Neue"/>
              </a:rPr>
              <a:t> </a:t>
            </a:r>
          </a:p>
          <a:p>
            <a:pPr lvl="0" rtl="0">
              <a:lnSpc>
                <a:spcPct val="115000"/>
              </a:lnSpc>
              <a:spcBef>
                <a:spcPts val="0"/>
              </a:spcBef>
              <a:buNone/>
            </a:pPr>
            <a:r>
              <a:t/>
            </a:r>
            <a:endParaRPr sz="2400">
              <a:solidFill>
                <a:srgbClr val="00B6AA"/>
              </a:solidFill>
              <a:latin typeface="Helvetica Neue"/>
              <a:ea typeface="Helvetica Neue"/>
              <a:cs typeface="Helvetica Neue"/>
              <a:sym typeface="Helvetica Neue"/>
            </a:endParaRPr>
          </a:p>
          <a:p>
            <a:pPr lvl="0" rtl="0">
              <a:lnSpc>
                <a:spcPct val="115000"/>
              </a:lnSpc>
              <a:spcBef>
                <a:spcPts val="0"/>
              </a:spcBef>
              <a:buNone/>
            </a:pPr>
            <a:r>
              <a:t/>
            </a:r>
            <a:endParaRPr sz="2400">
              <a:solidFill>
                <a:srgbClr val="333333"/>
              </a:solidFill>
              <a:latin typeface="Helvetica Neue"/>
              <a:ea typeface="Helvetica Neue"/>
              <a:cs typeface="Helvetica Neue"/>
              <a:sym typeface="Helvetica Neue"/>
            </a:endParaRPr>
          </a:p>
          <a:p>
            <a:pPr lvl="0" rtl="0">
              <a:spcBef>
                <a:spcPts val="0"/>
              </a:spcBef>
              <a:buNone/>
            </a:pPr>
            <a:r>
              <a:t/>
            </a:r>
            <a:endParaRPr sz="2400">
              <a:solidFill>
                <a:srgbClr val="333333"/>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3" name="Shape 53"/>
        <p:cNvGrpSpPr/>
        <p:nvPr/>
      </p:nvGrpSpPr>
      <p:grpSpPr>
        <a:xfrm>
          <a:off x="0" y="0"/>
          <a:ext cx="0" cy="0"/>
          <a:chOff x="0" y="0"/>
          <a:chExt cx="0" cy="0"/>
        </a:xfrm>
      </p:grpSpPr>
      <p:sp>
        <p:nvSpPr>
          <p:cNvPr id="54" name="Shape 54"/>
          <p:cNvSpPr txBox="1"/>
          <p:nvPr>
            <p:ph idx="4294967295" type="title"/>
          </p:nvPr>
        </p:nvSpPr>
        <p:spPr>
          <a:xfrm>
            <a:off x="457200" y="2674262"/>
            <a:ext cx="8229600" cy="1143000"/>
          </a:xfrm>
          <a:prstGeom prst="rect">
            <a:avLst/>
          </a:prstGeom>
        </p:spPr>
        <p:txBody>
          <a:bodyPr anchorCtr="0" anchor="b" bIns="91425" lIns="91425" rIns="91425" tIns="91425">
            <a:noAutofit/>
          </a:bodyPr>
          <a:lstStyle/>
          <a:p>
            <a:pPr lvl="0" algn="ctr">
              <a:spcBef>
                <a:spcPts val="0"/>
              </a:spcBef>
              <a:buNone/>
            </a:pPr>
            <a:r>
              <a:rPr lang="en">
                <a:solidFill>
                  <a:srgbClr val="00B6AA"/>
                </a:solidFill>
                <a:latin typeface="Montserrat"/>
                <a:ea typeface="Montserrat"/>
                <a:cs typeface="Montserrat"/>
                <a:sym typeface="Montserrat"/>
              </a:rPr>
              <a:t>WWCODE Silicon Valley</a:t>
            </a:r>
          </a:p>
          <a:p>
            <a:pPr lvl="0" algn="ctr">
              <a:spcBef>
                <a:spcPts val="0"/>
              </a:spcBef>
              <a:buNone/>
            </a:pPr>
            <a:r>
              <a:t/>
            </a:r>
            <a:endParaRPr>
              <a:solidFill>
                <a:srgbClr val="00B6AA"/>
              </a:solidFill>
              <a:latin typeface="Montserrat"/>
              <a:ea typeface="Montserrat"/>
              <a:cs typeface="Montserrat"/>
              <a:sym typeface="Montserrat"/>
            </a:endParaRPr>
          </a:p>
          <a:p>
            <a:pPr lvl="0" rtl="0" algn="ctr">
              <a:spcBef>
                <a:spcPts val="0"/>
              </a:spcBef>
              <a:buNone/>
            </a:pPr>
            <a:r>
              <a:rPr lang="en">
                <a:solidFill>
                  <a:srgbClr val="00B6AA"/>
                </a:solidFill>
                <a:latin typeface="Montserrat"/>
                <a:ea typeface="Montserrat"/>
                <a:cs typeface="Montserrat"/>
                <a:sym typeface="Montserrat"/>
              </a:rPr>
              <a:t>2017 Strategic Plan</a:t>
            </a:r>
          </a:p>
        </p:txBody>
      </p:sp>
      <p:sp>
        <p:nvSpPr>
          <p:cNvPr id="55" name="Shape 55"/>
          <p:cNvSpPr txBox="1"/>
          <p:nvPr>
            <p:ph idx="4294967295" type="body"/>
          </p:nvPr>
        </p:nvSpPr>
        <p:spPr>
          <a:xfrm>
            <a:off x="586125" y="2410050"/>
            <a:ext cx="8347200" cy="5125800"/>
          </a:xfrm>
          <a:prstGeom prst="rect">
            <a:avLst/>
          </a:prstGeom>
        </p:spPr>
        <p:txBody>
          <a:bodyPr anchorCtr="0" anchor="t" bIns="91425" lIns="91425" rIns="91425" tIns="91425">
            <a:noAutofit/>
          </a:bodyPr>
          <a:lstStyle/>
          <a:p>
            <a:pPr lvl="0" rtl="0">
              <a:lnSpc>
                <a:spcPct val="115000"/>
              </a:lnSpc>
              <a:spcBef>
                <a:spcPts val="0"/>
              </a:spcBef>
              <a:buNone/>
            </a:pPr>
            <a:r>
              <a:t/>
            </a:r>
            <a:endParaRPr sz="2400">
              <a:solidFill>
                <a:srgbClr val="00B6AA"/>
              </a:solidFill>
              <a:latin typeface="Helvetica Neue"/>
              <a:ea typeface="Helvetica Neue"/>
              <a:cs typeface="Helvetica Neue"/>
              <a:sym typeface="Helvetica Neue"/>
            </a:endParaRPr>
          </a:p>
          <a:p>
            <a:pPr lvl="0" rtl="0">
              <a:lnSpc>
                <a:spcPct val="115000"/>
              </a:lnSpc>
              <a:spcBef>
                <a:spcPts val="0"/>
              </a:spcBef>
              <a:buNone/>
            </a:pPr>
            <a:r>
              <a:t/>
            </a:r>
            <a:endParaRPr sz="2400">
              <a:solidFill>
                <a:srgbClr val="333333"/>
              </a:solidFill>
              <a:latin typeface="Helvetica Neue"/>
              <a:ea typeface="Helvetica Neue"/>
              <a:cs typeface="Helvetica Neue"/>
              <a:sym typeface="Helvetica Neue"/>
            </a:endParaRPr>
          </a:p>
          <a:p>
            <a:pPr lvl="0" rtl="0">
              <a:spcBef>
                <a:spcPts val="0"/>
              </a:spcBef>
              <a:buNone/>
            </a:pPr>
            <a:r>
              <a:rPr lang="en" sz="2400">
                <a:solidFill>
                  <a:srgbClr val="333333"/>
                </a:solidFill>
                <a:latin typeface="Helvetica Neue"/>
                <a:ea typeface="Helvetica Neue"/>
                <a:cs typeface="Helvetica Neue"/>
                <a:sym typeface="Helvetica Neue"/>
              </a:rPr>
              <a:t>  </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9" name="Shape 59"/>
        <p:cNvGrpSpPr/>
        <p:nvPr/>
      </p:nvGrpSpPr>
      <p:grpSpPr>
        <a:xfrm>
          <a:off x="0" y="0"/>
          <a:ext cx="0" cy="0"/>
          <a:chOff x="0" y="0"/>
          <a:chExt cx="0" cy="0"/>
        </a:xfrm>
      </p:grpSpPr>
      <p:sp>
        <p:nvSpPr>
          <p:cNvPr id="60" name="Shape 60"/>
          <p:cNvSpPr txBox="1"/>
          <p:nvPr>
            <p:ph type="title"/>
          </p:nvPr>
        </p:nvSpPr>
        <p:spPr>
          <a:xfrm>
            <a:off x="457200" y="-106362"/>
            <a:ext cx="8229600" cy="1143000"/>
          </a:xfrm>
          <a:prstGeom prst="rect">
            <a:avLst/>
          </a:prstGeom>
        </p:spPr>
        <p:txBody>
          <a:bodyPr anchorCtr="0" anchor="b" bIns="91425" lIns="91425" rIns="91425" tIns="91425">
            <a:noAutofit/>
          </a:bodyPr>
          <a:lstStyle/>
          <a:p>
            <a:pPr lvl="0" rtl="0">
              <a:spcBef>
                <a:spcPts val="0"/>
              </a:spcBef>
              <a:buNone/>
            </a:pPr>
            <a:r>
              <a:rPr lang="en" sz="4200"/>
              <a:t>Corporate MISSION</a:t>
            </a:r>
          </a:p>
        </p:txBody>
      </p:sp>
      <p:sp>
        <p:nvSpPr>
          <p:cNvPr id="61" name="Shape 61"/>
          <p:cNvSpPr txBox="1"/>
          <p:nvPr>
            <p:ph idx="1" type="body"/>
          </p:nvPr>
        </p:nvSpPr>
        <p:spPr>
          <a:xfrm>
            <a:off x="457200" y="1100500"/>
            <a:ext cx="8340899" cy="5162700"/>
          </a:xfrm>
          <a:prstGeom prst="rect">
            <a:avLst/>
          </a:prstGeom>
        </p:spPr>
        <p:txBody>
          <a:bodyPr anchorCtr="0" anchor="t" bIns="91425" lIns="91425" rIns="91425" tIns="91425">
            <a:noAutofit/>
          </a:bodyPr>
          <a:lstStyle/>
          <a:p>
            <a:pPr lvl="0" rtl="0">
              <a:lnSpc>
                <a:spcPct val="115000"/>
              </a:lnSpc>
              <a:spcBef>
                <a:spcPts val="0"/>
              </a:spcBef>
              <a:buNone/>
            </a:pPr>
            <a:r>
              <a:rPr lang="en" sz="2800">
                <a:solidFill>
                  <a:srgbClr val="333333"/>
                </a:solidFill>
                <a:latin typeface="Helvetica Neue"/>
                <a:ea typeface="Helvetica Neue"/>
                <a:cs typeface="Helvetica Neue"/>
                <a:sym typeface="Helvetica Neue"/>
              </a:rPr>
              <a:t>WWCode is a </a:t>
            </a:r>
            <a:r>
              <a:rPr b="1" lang="en" sz="2800">
                <a:solidFill>
                  <a:srgbClr val="00B6AA"/>
                </a:solidFill>
                <a:latin typeface="Helvetica Neue"/>
                <a:ea typeface="Helvetica Neue"/>
                <a:cs typeface="Helvetica Neue"/>
                <a:sym typeface="Helvetica Neue"/>
              </a:rPr>
              <a:t>global</a:t>
            </a:r>
            <a:r>
              <a:rPr lang="en" sz="2800">
                <a:solidFill>
                  <a:srgbClr val="333333"/>
                </a:solidFill>
                <a:latin typeface="Helvetica Neue"/>
                <a:ea typeface="Helvetica Neue"/>
                <a:cs typeface="Helvetica Neue"/>
                <a:sym typeface="Helvetica Neue"/>
              </a:rPr>
              <a:t> nonprofit dedicated to inspiring women to </a:t>
            </a:r>
            <a:r>
              <a:rPr b="1" lang="en" sz="2800">
                <a:solidFill>
                  <a:srgbClr val="00B6AA"/>
                </a:solidFill>
                <a:latin typeface="Helvetica Neue"/>
                <a:ea typeface="Helvetica Neue"/>
                <a:cs typeface="Helvetica Neue"/>
                <a:sym typeface="Helvetica Neue"/>
              </a:rPr>
              <a:t>excel</a:t>
            </a:r>
            <a:r>
              <a:rPr lang="en" sz="2800">
                <a:solidFill>
                  <a:srgbClr val="333333"/>
                </a:solidFill>
                <a:latin typeface="Helvetica Neue"/>
                <a:ea typeface="Helvetica Neue"/>
                <a:cs typeface="Helvetica Neue"/>
                <a:sym typeface="Helvetica Neue"/>
              </a:rPr>
              <a:t> in </a:t>
            </a:r>
            <a:r>
              <a:rPr b="1" lang="en" sz="2800">
                <a:solidFill>
                  <a:srgbClr val="00B6AA"/>
                </a:solidFill>
                <a:latin typeface="Helvetica Neue"/>
                <a:ea typeface="Helvetica Neue"/>
                <a:cs typeface="Helvetica Neue"/>
                <a:sym typeface="Helvetica Neue"/>
              </a:rPr>
              <a:t>technology</a:t>
            </a:r>
            <a:r>
              <a:rPr lang="en" sz="2800">
                <a:solidFill>
                  <a:srgbClr val="333333"/>
                </a:solidFill>
                <a:latin typeface="Helvetica Neue"/>
                <a:ea typeface="Helvetica Neue"/>
                <a:cs typeface="Helvetica Neue"/>
                <a:sym typeface="Helvetica Neue"/>
              </a:rPr>
              <a:t> careers. </a:t>
            </a:r>
          </a:p>
          <a:p>
            <a:pPr lvl="0" rtl="0">
              <a:lnSpc>
                <a:spcPct val="115000"/>
              </a:lnSpc>
              <a:spcBef>
                <a:spcPts val="0"/>
              </a:spcBef>
              <a:buNone/>
            </a:pPr>
            <a:r>
              <a:t/>
            </a:r>
            <a:endParaRPr sz="1600">
              <a:solidFill>
                <a:srgbClr val="333333"/>
              </a:solidFill>
              <a:latin typeface="Helvetica Neue"/>
              <a:ea typeface="Helvetica Neue"/>
              <a:cs typeface="Helvetica Neue"/>
              <a:sym typeface="Helvetica Neue"/>
            </a:endParaRPr>
          </a:p>
          <a:p>
            <a:pPr lvl="0" rtl="0">
              <a:lnSpc>
                <a:spcPct val="115000"/>
              </a:lnSpc>
              <a:spcBef>
                <a:spcPts val="0"/>
              </a:spcBef>
              <a:buNone/>
            </a:pPr>
            <a:r>
              <a:t/>
            </a:r>
            <a:endParaRPr sz="1600">
              <a:solidFill>
                <a:srgbClr val="333333"/>
              </a:solidFill>
              <a:latin typeface="Helvetica Neue"/>
              <a:ea typeface="Helvetica Neue"/>
              <a:cs typeface="Helvetica Neue"/>
              <a:sym typeface="Helvetica Neue"/>
            </a:endParaRPr>
          </a:p>
          <a:p>
            <a:pPr indent="0" lvl="0" marL="457200" rtl="0">
              <a:lnSpc>
                <a:spcPct val="100000"/>
              </a:lnSpc>
              <a:spcBef>
                <a:spcPts val="0"/>
              </a:spcBef>
              <a:buNone/>
            </a:pPr>
            <a:r>
              <a:rPr i="1" lang="en" sz="2000">
                <a:solidFill>
                  <a:srgbClr val="333333"/>
                </a:solidFill>
                <a:latin typeface="Helvetica Neue"/>
                <a:ea typeface="Helvetica Neue"/>
                <a:cs typeface="Helvetica Neue"/>
                <a:sym typeface="Helvetica Neue"/>
              </a:rPr>
              <a:t>“We connect amazing women with like-minded women leaders around the globe who unite under one simple notion – the world of technology is much better with women in it.” </a:t>
            </a:r>
          </a:p>
          <a:p>
            <a:pPr indent="0" lvl="0" marL="5029200" rtl="0">
              <a:lnSpc>
                <a:spcPct val="115000"/>
              </a:lnSpc>
              <a:spcBef>
                <a:spcPts val="0"/>
              </a:spcBef>
              <a:buNone/>
            </a:pPr>
            <a:r>
              <a:rPr lang="en" sz="1500">
                <a:solidFill>
                  <a:srgbClr val="333333"/>
                </a:solidFill>
                <a:latin typeface="Helvetica Neue"/>
                <a:ea typeface="Helvetica Neue"/>
                <a:cs typeface="Helvetica Neue"/>
                <a:sym typeface="Helvetica Neue"/>
              </a:rPr>
              <a:t>    -Alaina Percival, WWCode CEO </a:t>
            </a:r>
          </a:p>
          <a:p>
            <a:pPr lvl="0" rtl="0">
              <a:spcBef>
                <a:spcPts val="0"/>
              </a:spcBef>
              <a:buNone/>
            </a:pPr>
            <a:r>
              <a:t/>
            </a:r>
            <a:endParaRPr sz="1800">
              <a:latin typeface="Helvetica Neue"/>
              <a:ea typeface="Helvetica Neue"/>
              <a:cs typeface="Helvetica Neue"/>
              <a:sym typeface="Helvetica Neue"/>
            </a:endParaRPr>
          </a:p>
          <a:p>
            <a:pPr lvl="0" rtl="0">
              <a:spcBef>
                <a:spcPts val="0"/>
              </a:spcBef>
              <a:buNone/>
            </a:pPr>
            <a:r>
              <a:t/>
            </a:r>
            <a:endParaRPr sz="1800">
              <a:solidFill>
                <a:srgbClr val="333333"/>
              </a:solidFill>
              <a:latin typeface="Helvetica Neue"/>
              <a:ea typeface="Helvetica Neue"/>
              <a:cs typeface="Helvetica Neue"/>
              <a:sym typeface="Helvetica Neue"/>
            </a:endParaRPr>
          </a:p>
        </p:txBody>
      </p:sp>
      <p:grpSp>
        <p:nvGrpSpPr>
          <p:cNvPr id="62" name="Shape 62"/>
          <p:cNvGrpSpPr/>
          <p:nvPr/>
        </p:nvGrpSpPr>
        <p:grpSpPr>
          <a:xfrm>
            <a:off x="0" y="4607250"/>
            <a:ext cx="9144000" cy="2222400"/>
            <a:chOff x="0" y="4073850"/>
            <a:chExt cx="9144000" cy="2222400"/>
          </a:xfrm>
        </p:grpSpPr>
        <p:pic>
          <p:nvPicPr>
            <p:cNvPr descr="11470238295_d497a2c45d_z.jpg" id="63" name="Shape 63"/>
            <p:cNvPicPr preferRelativeResize="0"/>
            <p:nvPr/>
          </p:nvPicPr>
          <p:blipFill rotWithShape="1">
            <a:blip r:embed="rId3">
              <a:alphaModFix/>
            </a:blip>
            <a:srcRect b="3386" l="1261" r="7969" t="-2122"/>
            <a:stretch/>
          </p:blipFill>
          <p:spPr>
            <a:xfrm>
              <a:off x="0" y="4073850"/>
              <a:ext cx="4475249" cy="2222400"/>
            </a:xfrm>
            <a:prstGeom prst="rect">
              <a:avLst/>
            </a:prstGeom>
            <a:noFill/>
            <a:ln>
              <a:noFill/>
            </a:ln>
          </p:spPr>
        </p:pic>
        <p:pic>
          <p:nvPicPr>
            <p:cNvPr descr="14807197471_43bcf68b93_z.jpg" id="64" name="Shape 64"/>
            <p:cNvPicPr preferRelativeResize="0"/>
            <p:nvPr/>
          </p:nvPicPr>
          <p:blipFill rotWithShape="1">
            <a:blip r:embed="rId4">
              <a:alphaModFix/>
            </a:blip>
            <a:srcRect b="179" l="2157" r="4827" t="179"/>
            <a:stretch/>
          </p:blipFill>
          <p:spPr>
            <a:xfrm>
              <a:off x="4813899" y="4081600"/>
              <a:ext cx="4330100" cy="2214650"/>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8" name="Shape 68"/>
        <p:cNvGrpSpPr/>
        <p:nvPr/>
      </p:nvGrpSpPr>
      <p:grpSpPr>
        <a:xfrm>
          <a:off x="0" y="0"/>
          <a:ext cx="0" cy="0"/>
          <a:chOff x="0" y="0"/>
          <a:chExt cx="0" cy="0"/>
        </a:xfrm>
      </p:grpSpPr>
      <p:sp>
        <p:nvSpPr>
          <p:cNvPr id="69" name="Shape 69"/>
          <p:cNvSpPr txBox="1"/>
          <p:nvPr>
            <p:ph type="title"/>
          </p:nvPr>
        </p:nvSpPr>
        <p:spPr>
          <a:xfrm>
            <a:off x="457200" y="-106362"/>
            <a:ext cx="8229600" cy="1143000"/>
          </a:xfrm>
          <a:prstGeom prst="rect">
            <a:avLst/>
          </a:prstGeom>
        </p:spPr>
        <p:txBody>
          <a:bodyPr anchorCtr="0" anchor="b" bIns="91425" lIns="91425" rIns="91425" tIns="91425">
            <a:noAutofit/>
          </a:bodyPr>
          <a:lstStyle/>
          <a:p>
            <a:pPr lvl="0" rtl="0">
              <a:spcBef>
                <a:spcPts val="0"/>
              </a:spcBef>
              <a:buNone/>
            </a:pPr>
            <a:r>
              <a:rPr lang="en" sz="4200"/>
              <a:t>WWCode-sv MISSION</a:t>
            </a:r>
          </a:p>
        </p:txBody>
      </p:sp>
      <p:sp>
        <p:nvSpPr>
          <p:cNvPr id="70" name="Shape 70"/>
          <p:cNvSpPr txBox="1"/>
          <p:nvPr>
            <p:ph idx="1" type="body"/>
          </p:nvPr>
        </p:nvSpPr>
        <p:spPr>
          <a:xfrm>
            <a:off x="457200" y="1100500"/>
            <a:ext cx="8340900" cy="5162700"/>
          </a:xfrm>
          <a:prstGeom prst="rect">
            <a:avLst/>
          </a:prstGeom>
        </p:spPr>
        <p:txBody>
          <a:bodyPr anchorCtr="0" anchor="t" bIns="91425" lIns="91425" rIns="91425" tIns="91425">
            <a:noAutofit/>
          </a:bodyPr>
          <a:lstStyle/>
          <a:p>
            <a:pPr lvl="0" rtl="0">
              <a:lnSpc>
                <a:spcPct val="115000"/>
              </a:lnSpc>
              <a:spcBef>
                <a:spcPts val="0"/>
              </a:spcBef>
              <a:buNone/>
            </a:pPr>
            <a:r>
              <a:rPr lang="en" sz="2400">
                <a:solidFill>
                  <a:srgbClr val="333333"/>
                </a:solidFill>
                <a:latin typeface="Helvetica Neue"/>
                <a:ea typeface="Helvetica Neue"/>
                <a:cs typeface="Helvetica Neue"/>
                <a:sym typeface="Helvetica Neue"/>
              </a:rPr>
              <a:t>There are industries that women are not participating as much as they should and some of these industries are the leaders of the future. As women technologists, we need to understand and anticipate the technology needs of these industries. </a:t>
            </a:r>
          </a:p>
          <a:p>
            <a:pPr indent="0" lvl="0" marL="457200" rtl="0">
              <a:lnSpc>
                <a:spcPct val="100000"/>
              </a:lnSpc>
              <a:spcBef>
                <a:spcPts val="0"/>
              </a:spcBef>
              <a:buNone/>
            </a:pPr>
            <a:r>
              <a:t/>
            </a:r>
            <a:endParaRPr i="1" sz="2000">
              <a:solidFill>
                <a:srgbClr val="333333"/>
              </a:solidFill>
              <a:latin typeface="Helvetica Neue"/>
              <a:ea typeface="Helvetica Neue"/>
              <a:cs typeface="Helvetica Neue"/>
              <a:sym typeface="Helvetica Neue"/>
            </a:endParaRPr>
          </a:p>
          <a:p>
            <a:pPr indent="0" lvl="0" marL="457200" rtl="0">
              <a:lnSpc>
                <a:spcPct val="100000"/>
              </a:lnSpc>
              <a:spcBef>
                <a:spcPts val="0"/>
              </a:spcBef>
              <a:buNone/>
            </a:pPr>
            <a:r>
              <a:rPr i="1" lang="en" sz="2000">
                <a:solidFill>
                  <a:srgbClr val="333333"/>
                </a:solidFill>
                <a:latin typeface="Helvetica Neue"/>
                <a:ea typeface="Helvetica Neue"/>
                <a:cs typeface="Helvetica Neue"/>
                <a:sym typeface="Helvetica Neue"/>
              </a:rPr>
              <a:t>“When you are a pioneer you have a seat at the table, at the head of the table, actually you have made the table!” </a:t>
            </a:r>
          </a:p>
          <a:p>
            <a:pPr indent="0" lvl="0" marL="5029200" rtl="0">
              <a:lnSpc>
                <a:spcPct val="115000"/>
              </a:lnSpc>
              <a:spcBef>
                <a:spcPts val="0"/>
              </a:spcBef>
              <a:buNone/>
            </a:pPr>
            <a:r>
              <a:rPr lang="en" sz="1500">
                <a:solidFill>
                  <a:srgbClr val="333333"/>
                </a:solidFill>
                <a:latin typeface="Helvetica Neue"/>
                <a:ea typeface="Helvetica Neue"/>
                <a:cs typeface="Helvetica Neue"/>
                <a:sym typeface="Helvetica Neue"/>
              </a:rPr>
              <a:t>-Guiti Nabavi, WWCode-sv, Director</a:t>
            </a:r>
          </a:p>
          <a:p>
            <a:pPr lvl="0" rtl="0">
              <a:spcBef>
                <a:spcPts val="0"/>
              </a:spcBef>
              <a:buNone/>
            </a:pPr>
            <a:r>
              <a:t/>
            </a:r>
            <a:endParaRPr sz="1800">
              <a:latin typeface="Helvetica Neue"/>
              <a:ea typeface="Helvetica Neue"/>
              <a:cs typeface="Helvetica Neue"/>
              <a:sym typeface="Helvetica Neue"/>
            </a:endParaRPr>
          </a:p>
          <a:p>
            <a:pPr lvl="0" rtl="0">
              <a:spcBef>
                <a:spcPts val="0"/>
              </a:spcBef>
              <a:buNone/>
            </a:pPr>
            <a:r>
              <a:t/>
            </a:r>
            <a:endParaRPr sz="1800">
              <a:solidFill>
                <a:srgbClr val="333333"/>
              </a:solidFill>
              <a:latin typeface="Helvetica Neue"/>
              <a:ea typeface="Helvetica Neue"/>
              <a:cs typeface="Helvetica Neue"/>
              <a:sym typeface="Helvetica Neue"/>
            </a:endParaRPr>
          </a:p>
        </p:txBody>
      </p:sp>
      <p:pic>
        <p:nvPicPr>
          <p:cNvPr descr="11017232_1062968790399413_5495692459309123030_o.jpg" id="71" name="Shape 71"/>
          <p:cNvPicPr preferRelativeResize="0"/>
          <p:nvPr/>
        </p:nvPicPr>
        <p:blipFill rotWithShape="1">
          <a:blip r:embed="rId3">
            <a:alphaModFix/>
          </a:blip>
          <a:srcRect b="0" l="2290" r="-2289" t="-1636"/>
          <a:stretch/>
        </p:blipFill>
        <p:spPr>
          <a:xfrm>
            <a:off x="2800025" y="4607250"/>
            <a:ext cx="3321975" cy="2250750"/>
          </a:xfrm>
          <a:prstGeom prst="rect">
            <a:avLst/>
          </a:prstGeom>
          <a:noFill/>
          <a:ln>
            <a:noFill/>
          </a:ln>
        </p:spPr>
      </p:pic>
      <p:grpSp>
        <p:nvGrpSpPr>
          <p:cNvPr id="72" name="Shape 72"/>
          <p:cNvGrpSpPr/>
          <p:nvPr/>
        </p:nvGrpSpPr>
        <p:grpSpPr>
          <a:xfrm>
            <a:off x="0" y="4607250"/>
            <a:ext cx="9144000" cy="2222400"/>
            <a:chOff x="0" y="4073850"/>
            <a:chExt cx="9144000" cy="2222400"/>
          </a:xfrm>
        </p:grpSpPr>
        <p:pic>
          <p:nvPicPr>
            <p:cNvPr descr="11470238295_d497a2c45d_z.jpg" id="73" name="Shape 73"/>
            <p:cNvPicPr preferRelativeResize="0"/>
            <p:nvPr/>
          </p:nvPicPr>
          <p:blipFill rotWithShape="1">
            <a:blip r:embed="rId4">
              <a:alphaModFix/>
            </a:blip>
            <a:srcRect b="3386" l="1261" r="7969" t="-2122"/>
            <a:stretch/>
          </p:blipFill>
          <p:spPr>
            <a:xfrm>
              <a:off x="0" y="4073850"/>
              <a:ext cx="2723825" cy="2222400"/>
            </a:xfrm>
            <a:prstGeom prst="rect">
              <a:avLst/>
            </a:prstGeom>
            <a:noFill/>
            <a:ln>
              <a:noFill/>
            </a:ln>
          </p:spPr>
        </p:pic>
        <p:pic>
          <p:nvPicPr>
            <p:cNvPr descr="14807197471_43bcf68b93_z.jpg" id="74" name="Shape 74"/>
            <p:cNvPicPr preferRelativeResize="0"/>
            <p:nvPr/>
          </p:nvPicPr>
          <p:blipFill rotWithShape="1">
            <a:blip r:embed="rId5">
              <a:alphaModFix/>
            </a:blip>
            <a:srcRect b="179" l="2157" r="4827" t="179"/>
            <a:stretch/>
          </p:blipFill>
          <p:spPr>
            <a:xfrm>
              <a:off x="6045800" y="4081600"/>
              <a:ext cx="3098200" cy="2214650"/>
            </a:xfrm>
            <a:prstGeom prst="rect">
              <a:avLst/>
            </a:prstGeom>
            <a:noFill/>
            <a:ln>
              <a:noFill/>
            </a:ln>
          </p:spPr>
        </p:pic>
      </p:grpSp>
      <p:pic>
        <p:nvPicPr>
          <p:cNvPr descr="1459340_743179559045006_1180387778_n.jpg" id="75" name="Shape 75"/>
          <p:cNvPicPr preferRelativeResize="0"/>
          <p:nvPr/>
        </p:nvPicPr>
        <p:blipFill rotWithShape="1">
          <a:blip r:embed="rId6">
            <a:alphaModFix/>
          </a:blip>
          <a:srcRect b="0" l="13830" r="0" t="0"/>
          <a:stretch/>
        </p:blipFill>
        <p:spPr>
          <a:xfrm>
            <a:off x="0" y="4621425"/>
            <a:ext cx="2872524" cy="2222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9" name="Shape 79"/>
        <p:cNvGrpSpPr/>
        <p:nvPr/>
      </p:nvGrpSpPr>
      <p:grpSpPr>
        <a:xfrm>
          <a:off x="0" y="0"/>
          <a:ext cx="0" cy="0"/>
          <a:chOff x="0" y="0"/>
          <a:chExt cx="0" cy="0"/>
        </a:xfrm>
      </p:grpSpPr>
      <p:sp>
        <p:nvSpPr>
          <p:cNvPr id="80" name="Shape 80"/>
          <p:cNvSpPr txBox="1"/>
          <p:nvPr>
            <p:ph idx="4294967295" type="title"/>
          </p:nvPr>
        </p:nvSpPr>
        <p:spPr>
          <a:xfrm>
            <a:off x="457200" y="159662"/>
            <a:ext cx="8229600" cy="1143000"/>
          </a:xfrm>
          <a:prstGeom prst="rect">
            <a:avLst/>
          </a:prstGeom>
        </p:spPr>
        <p:txBody>
          <a:bodyPr anchorCtr="0" anchor="b" bIns="91425" lIns="91425" rIns="91425" tIns="91425">
            <a:noAutofit/>
          </a:bodyPr>
          <a:lstStyle/>
          <a:p>
            <a:pPr lvl="0" rtl="0">
              <a:spcBef>
                <a:spcPts val="0"/>
              </a:spcBef>
              <a:buNone/>
            </a:pPr>
            <a:r>
              <a:rPr lang="en">
                <a:solidFill>
                  <a:srgbClr val="00B6AA"/>
                </a:solidFill>
                <a:latin typeface="Montserrat"/>
                <a:ea typeface="Montserrat"/>
                <a:cs typeface="Montserrat"/>
                <a:sym typeface="Montserrat"/>
              </a:rPr>
              <a:t>WWCODE Silicon Valley </a:t>
            </a:r>
          </a:p>
        </p:txBody>
      </p:sp>
      <p:sp>
        <p:nvSpPr>
          <p:cNvPr id="81" name="Shape 81"/>
          <p:cNvSpPr txBox="1"/>
          <p:nvPr>
            <p:ph idx="4294967295" type="body"/>
          </p:nvPr>
        </p:nvSpPr>
        <p:spPr>
          <a:xfrm>
            <a:off x="457200" y="1442100"/>
            <a:ext cx="8229600" cy="5125800"/>
          </a:xfrm>
          <a:prstGeom prst="rect">
            <a:avLst/>
          </a:prstGeom>
        </p:spPr>
        <p:txBody>
          <a:bodyPr anchorCtr="0" anchor="t" bIns="91425" lIns="91425" rIns="91425" tIns="91425">
            <a:noAutofit/>
          </a:bodyPr>
          <a:lstStyle/>
          <a:p>
            <a:pPr lvl="0" rtl="0">
              <a:lnSpc>
                <a:spcPct val="115000"/>
              </a:lnSpc>
              <a:spcBef>
                <a:spcPts val="0"/>
              </a:spcBef>
              <a:buNone/>
            </a:pPr>
            <a:r>
              <a:rPr b="1" lang="en">
                <a:solidFill>
                  <a:srgbClr val="00B6AA"/>
                </a:solidFill>
                <a:latin typeface="Helvetica Neue"/>
                <a:ea typeface="Helvetica Neue"/>
                <a:cs typeface="Helvetica Neue"/>
                <a:sym typeface="Helvetica Neue"/>
              </a:rPr>
              <a:t>WWCODE MISSION</a:t>
            </a:r>
          </a:p>
          <a:p>
            <a:pPr indent="-69850" lvl="0" marL="457200" rtl="0">
              <a:lnSpc>
                <a:spcPct val="115000"/>
              </a:lnSpc>
              <a:spcBef>
                <a:spcPts val="0"/>
              </a:spcBef>
              <a:buClr>
                <a:schemeClr val="dk1"/>
              </a:buClr>
              <a:buSzPct val="45833"/>
              <a:buFont typeface="Arial"/>
              <a:buNone/>
            </a:pPr>
            <a:r>
              <a:rPr lang="en" sz="2400">
                <a:solidFill>
                  <a:srgbClr val="333333"/>
                </a:solidFill>
                <a:latin typeface="Helvetica Neue"/>
                <a:ea typeface="Helvetica Neue"/>
                <a:cs typeface="Helvetica Neue"/>
                <a:sym typeface="Helvetica Neue"/>
              </a:rPr>
              <a:t>WWCode is a </a:t>
            </a:r>
            <a:r>
              <a:rPr b="1" lang="en" sz="2400">
                <a:solidFill>
                  <a:srgbClr val="00B6AA"/>
                </a:solidFill>
                <a:latin typeface="Helvetica Neue"/>
                <a:ea typeface="Helvetica Neue"/>
                <a:cs typeface="Helvetica Neue"/>
                <a:sym typeface="Helvetica Neue"/>
              </a:rPr>
              <a:t>global</a:t>
            </a:r>
            <a:r>
              <a:rPr lang="en" sz="2400">
                <a:solidFill>
                  <a:srgbClr val="333333"/>
                </a:solidFill>
                <a:latin typeface="Helvetica Neue"/>
                <a:ea typeface="Helvetica Neue"/>
                <a:cs typeface="Helvetica Neue"/>
                <a:sym typeface="Helvetica Neue"/>
              </a:rPr>
              <a:t> nonprofit dedicated to inspiring women to </a:t>
            </a:r>
            <a:r>
              <a:rPr b="1" lang="en" sz="2400">
                <a:solidFill>
                  <a:srgbClr val="00B6AA"/>
                </a:solidFill>
                <a:latin typeface="Helvetica Neue"/>
                <a:ea typeface="Helvetica Neue"/>
                <a:cs typeface="Helvetica Neue"/>
                <a:sym typeface="Helvetica Neue"/>
              </a:rPr>
              <a:t>excel</a:t>
            </a:r>
            <a:r>
              <a:rPr lang="en" sz="2400">
                <a:solidFill>
                  <a:srgbClr val="333333"/>
                </a:solidFill>
                <a:latin typeface="Helvetica Neue"/>
                <a:ea typeface="Helvetica Neue"/>
                <a:cs typeface="Helvetica Neue"/>
                <a:sym typeface="Helvetica Neue"/>
              </a:rPr>
              <a:t> in </a:t>
            </a:r>
            <a:r>
              <a:rPr b="1" lang="en" sz="2400">
                <a:solidFill>
                  <a:srgbClr val="00B6AA"/>
                </a:solidFill>
                <a:latin typeface="Helvetica Neue"/>
                <a:ea typeface="Helvetica Neue"/>
                <a:cs typeface="Helvetica Neue"/>
                <a:sym typeface="Helvetica Neue"/>
              </a:rPr>
              <a:t>technology</a:t>
            </a:r>
            <a:r>
              <a:rPr lang="en" sz="2400">
                <a:solidFill>
                  <a:srgbClr val="333333"/>
                </a:solidFill>
                <a:latin typeface="Helvetica Neue"/>
                <a:ea typeface="Helvetica Neue"/>
                <a:cs typeface="Helvetica Neue"/>
                <a:sym typeface="Helvetica Neue"/>
              </a:rPr>
              <a:t> careers.</a:t>
            </a:r>
          </a:p>
          <a:p>
            <a:pPr lvl="0" rtl="0">
              <a:lnSpc>
                <a:spcPct val="115000"/>
              </a:lnSpc>
              <a:spcBef>
                <a:spcPts val="0"/>
              </a:spcBef>
              <a:buNone/>
            </a:pPr>
            <a:r>
              <a:t/>
            </a:r>
            <a:endParaRPr sz="2400">
              <a:solidFill>
                <a:srgbClr val="333333"/>
              </a:solidFill>
              <a:latin typeface="Helvetica Neue"/>
              <a:ea typeface="Helvetica Neue"/>
              <a:cs typeface="Helvetica Neue"/>
              <a:sym typeface="Helvetica Neue"/>
            </a:endParaRPr>
          </a:p>
          <a:p>
            <a:pPr lvl="0" rtl="0">
              <a:lnSpc>
                <a:spcPct val="115000"/>
              </a:lnSpc>
              <a:spcBef>
                <a:spcPts val="0"/>
              </a:spcBef>
              <a:buNone/>
            </a:pPr>
            <a:r>
              <a:rPr b="1" lang="en">
                <a:solidFill>
                  <a:srgbClr val="00B6AA"/>
                </a:solidFill>
                <a:latin typeface="Helvetica Neue"/>
                <a:ea typeface="Helvetica Neue"/>
                <a:cs typeface="Helvetica Neue"/>
                <a:sym typeface="Helvetica Neue"/>
              </a:rPr>
              <a:t>WWCODE-Silicon Valley MISSION</a:t>
            </a:r>
          </a:p>
          <a:p>
            <a:pPr lvl="0" rtl="0">
              <a:spcBef>
                <a:spcPts val="0"/>
              </a:spcBef>
              <a:buNone/>
            </a:pPr>
            <a:r>
              <a:rPr lang="en" sz="2400">
                <a:solidFill>
                  <a:srgbClr val="333333"/>
                </a:solidFill>
                <a:latin typeface="Helvetica Neue"/>
                <a:ea typeface="Helvetica Neue"/>
                <a:cs typeface="Helvetica Neue"/>
                <a:sym typeface="Helvetica Neue"/>
              </a:rPr>
              <a:t>WWCode-SV is the Silicon Valley Chapter of WWCode and is dedicated to inspiring women to </a:t>
            </a:r>
            <a:r>
              <a:rPr b="1" lang="en" sz="2400">
                <a:solidFill>
                  <a:srgbClr val="00B6AA"/>
                </a:solidFill>
                <a:latin typeface="Helvetica Neue"/>
                <a:ea typeface="Helvetica Neue"/>
                <a:cs typeface="Helvetica Neue"/>
                <a:sym typeface="Helvetica Neue"/>
              </a:rPr>
              <a:t>excel</a:t>
            </a:r>
            <a:r>
              <a:rPr lang="en" sz="2400">
                <a:solidFill>
                  <a:srgbClr val="333333"/>
                </a:solidFill>
                <a:latin typeface="Helvetica Neue"/>
                <a:ea typeface="Helvetica Neue"/>
                <a:cs typeface="Helvetica Neue"/>
                <a:sym typeface="Helvetica Neue"/>
              </a:rPr>
              <a:t> in </a:t>
            </a:r>
            <a:r>
              <a:rPr b="1" lang="en" sz="2400">
                <a:solidFill>
                  <a:srgbClr val="00B6AA"/>
                </a:solidFill>
                <a:latin typeface="Helvetica Neue"/>
                <a:ea typeface="Helvetica Neue"/>
                <a:cs typeface="Helvetica Neue"/>
                <a:sym typeface="Helvetica Neue"/>
              </a:rPr>
              <a:t>technology</a:t>
            </a:r>
            <a:r>
              <a:rPr lang="en" sz="2400">
                <a:solidFill>
                  <a:srgbClr val="333333"/>
                </a:solidFill>
                <a:latin typeface="Helvetica Neue"/>
                <a:ea typeface="Helvetica Neue"/>
                <a:cs typeface="Helvetica Neue"/>
                <a:sym typeface="Helvetica Neue"/>
              </a:rPr>
              <a:t> careers and </a:t>
            </a:r>
            <a:r>
              <a:rPr b="1" lang="en" sz="2400">
                <a:solidFill>
                  <a:srgbClr val="00B6AA"/>
                </a:solidFill>
                <a:latin typeface="Helvetica Neue"/>
                <a:ea typeface="Helvetica Neue"/>
                <a:cs typeface="Helvetica Neue"/>
                <a:sym typeface="Helvetica Neue"/>
              </a:rPr>
              <a:t>pioneer</a:t>
            </a:r>
            <a:r>
              <a:rPr lang="en" sz="2400">
                <a:solidFill>
                  <a:srgbClr val="333333"/>
                </a:solidFill>
                <a:latin typeface="Helvetica Neue"/>
                <a:ea typeface="Helvetica Neue"/>
                <a:cs typeface="Helvetica Neue"/>
                <a:sym typeface="Helvetica Neue"/>
              </a:rPr>
              <a:t> new industries.</a:t>
            </a:r>
          </a:p>
          <a:p>
            <a:pPr indent="-69850" lvl="0" marL="457200" rtl="0">
              <a:lnSpc>
                <a:spcPct val="115000"/>
              </a:lnSpc>
              <a:spcBef>
                <a:spcPts val="0"/>
              </a:spcBef>
              <a:buClr>
                <a:schemeClr val="dk1"/>
              </a:buClr>
              <a:buSzPct val="36666"/>
              <a:buFont typeface="Arial"/>
              <a:buNone/>
            </a:pPr>
            <a:r>
              <a:t/>
            </a:r>
            <a:endParaRPr b="1">
              <a:solidFill>
                <a:srgbClr val="00B6AA"/>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5" name="Shape 85"/>
        <p:cNvGrpSpPr/>
        <p:nvPr/>
      </p:nvGrpSpPr>
      <p:grpSpPr>
        <a:xfrm>
          <a:off x="0" y="0"/>
          <a:ext cx="0" cy="0"/>
          <a:chOff x="0" y="0"/>
          <a:chExt cx="0" cy="0"/>
        </a:xfrm>
      </p:grpSpPr>
      <p:sp>
        <p:nvSpPr>
          <p:cNvPr id="86" name="Shape 86"/>
          <p:cNvSpPr txBox="1"/>
          <p:nvPr>
            <p:ph type="title"/>
          </p:nvPr>
        </p:nvSpPr>
        <p:spPr>
          <a:xfrm>
            <a:off x="457200" y="46037"/>
            <a:ext cx="8229600" cy="1143000"/>
          </a:xfrm>
          <a:prstGeom prst="rect">
            <a:avLst/>
          </a:prstGeom>
        </p:spPr>
        <p:txBody>
          <a:bodyPr anchorCtr="0" anchor="b" bIns="91425" lIns="91425" rIns="91425" tIns="91425">
            <a:noAutofit/>
          </a:bodyPr>
          <a:lstStyle/>
          <a:p>
            <a:pPr lvl="0" rtl="0">
              <a:spcBef>
                <a:spcPts val="0"/>
              </a:spcBef>
              <a:buNone/>
            </a:pPr>
            <a:r>
              <a:rPr lang="en"/>
              <a:t>INDUSTRY NEEDS</a:t>
            </a:r>
          </a:p>
        </p:txBody>
      </p:sp>
      <p:sp>
        <p:nvSpPr>
          <p:cNvPr id="87" name="Shape 87"/>
          <p:cNvSpPr txBox="1"/>
          <p:nvPr>
            <p:ph idx="1" type="body"/>
          </p:nvPr>
        </p:nvSpPr>
        <p:spPr>
          <a:xfrm>
            <a:off x="457200" y="1600200"/>
            <a:ext cx="8229600" cy="4967700"/>
          </a:xfrm>
          <a:prstGeom prst="rect">
            <a:avLst/>
          </a:prstGeom>
        </p:spPr>
        <p:txBody>
          <a:bodyPr anchorCtr="0" anchor="t" bIns="91425" lIns="91425" rIns="91425" tIns="91425">
            <a:noAutofit/>
          </a:bodyPr>
          <a:lstStyle/>
          <a:p>
            <a:pPr indent="-228600" lvl="0" marL="457200" rtl="0">
              <a:lnSpc>
                <a:spcPct val="115000"/>
              </a:lnSpc>
              <a:spcBef>
                <a:spcPts val="0"/>
              </a:spcBef>
              <a:buClr>
                <a:srgbClr val="333333"/>
              </a:buClr>
              <a:buFont typeface="Helvetica Neue"/>
            </a:pPr>
            <a:r>
              <a:rPr b="1" lang="en">
                <a:solidFill>
                  <a:srgbClr val="00B6AA"/>
                </a:solidFill>
                <a:latin typeface="Helvetica Neue"/>
                <a:ea typeface="Helvetica Neue"/>
                <a:cs typeface="Helvetica Neue"/>
                <a:sym typeface="Helvetica Neue"/>
              </a:rPr>
              <a:t>1.4M </a:t>
            </a:r>
            <a:r>
              <a:rPr lang="en">
                <a:solidFill>
                  <a:srgbClr val="333333"/>
                </a:solidFill>
                <a:latin typeface="Helvetica Neue"/>
                <a:ea typeface="Helvetica Neue"/>
                <a:cs typeface="Helvetica Neue"/>
                <a:sym typeface="Helvetica Neue"/>
              </a:rPr>
              <a:t>software engineering jobs will be available in 2020</a:t>
            </a:r>
          </a:p>
          <a:p>
            <a:pPr indent="-228600" lvl="0" marL="457200" rtl="0">
              <a:lnSpc>
                <a:spcPct val="115000"/>
              </a:lnSpc>
              <a:spcBef>
                <a:spcPts val="0"/>
              </a:spcBef>
              <a:buClr>
                <a:srgbClr val="333333"/>
              </a:buClr>
              <a:buFont typeface="Helvetica Neue"/>
            </a:pPr>
            <a:r>
              <a:rPr b="1" lang="en">
                <a:solidFill>
                  <a:srgbClr val="00B6AA"/>
                </a:solidFill>
                <a:latin typeface="Helvetica Neue"/>
                <a:ea typeface="Helvetica Neue"/>
                <a:cs typeface="Helvetica Neue"/>
                <a:sym typeface="Helvetica Neue"/>
              </a:rPr>
              <a:t>1M</a:t>
            </a:r>
            <a:r>
              <a:rPr lang="en">
                <a:solidFill>
                  <a:srgbClr val="00B6AA"/>
                </a:solidFill>
                <a:latin typeface="Helvetica Neue"/>
                <a:ea typeface="Helvetica Neue"/>
                <a:cs typeface="Helvetica Neue"/>
                <a:sym typeface="Helvetica Neue"/>
              </a:rPr>
              <a:t> </a:t>
            </a:r>
            <a:r>
              <a:rPr lang="en">
                <a:solidFill>
                  <a:srgbClr val="333333"/>
                </a:solidFill>
                <a:latin typeface="Helvetica Neue"/>
                <a:ea typeface="Helvetica Neue"/>
                <a:cs typeface="Helvetica Neue"/>
                <a:sym typeface="Helvetica Neue"/>
              </a:rPr>
              <a:t>jobs are expected to go unfilled by traditional avenues. </a:t>
            </a:r>
          </a:p>
          <a:p>
            <a:pPr indent="-228600" lvl="0" marL="457200" rtl="0">
              <a:lnSpc>
                <a:spcPct val="115000"/>
              </a:lnSpc>
              <a:spcBef>
                <a:spcPts val="0"/>
              </a:spcBef>
              <a:buClr>
                <a:srgbClr val="333333"/>
              </a:buClr>
              <a:buFont typeface="Helvetica Neue"/>
            </a:pPr>
            <a:r>
              <a:rPr lang="en">
                <a:solidFill>
                  <a:srgbClr val="333333"/>
                </a:solidFill>
                <a:latin typeface="Helvetica Neue"/>
                <a:ea typeface="Helvetica Neue"/>
                <a:cs typeface="Helvetica Neue"/>
                <a:sym typeface="Helvetica Neue"/>
              </a:rPr>
              <a:t>Women hold </a:t>
            </a:r>
            <a:r>
              <a:rPr b="1" lang="en">
                <a:solidFill>
                  <a:srgbClr val="00B6AA"/>
                </a:solidFill>
                <a:latin typeface="Helvetica Neue"/>
                <a:ea typeface="Helvetica Neue"/>
                <a:cs typeface="Helvetica Neue"/>
                <a:sym typeface="Helvetica Neue"/>
              </a:rPr>
              <a:t>51%</a:t>
            </a:r>
            <a:r>
              <a:rPr lang="en">
                <a:solidFill>
                  <a:srgbClr val="00B6AA"/>
                </a:solidFill>
                <a:latin typeface="Helvetica Neue"/>
                <a:ea typeface="Helvetica Neue"/>
                <a:cs typeface="Helvetica Neue"/>
                <a:sym typeface="Helvetica Neue"/>
              </a:rPr>
              <a:t> </a:t>
            </a:r>
            <a:r>
              <a:rPr lang="en">
                <a:solidFill>
                  <a:srgbClr val="333333"/>
                </a:solidFill>
                <a:latin typeface="Helvetica Neue"/>
                <a:ea typeface="Helvetica Neue"/>
                <a:cs typeface="Helvetica Neue"/>
                <a:sym typeface="Helvetica Neue"/>
              </a:rPr>
              <a:t>of all professional occupations  </a:t>
            </a:r>
          </a:p>
          <a:p>
            <a:pPr lvl="0" rtl="0">
              <a:lnSpc>
                <a:spcPct val="115000"/>
              </a:lnSpc>
              <a:spcBef>
                <a:spcPts val="0"/>
              </a:spcBef>
              <a:buNone/>
            </a:pPr>
            <a:r>
              <a:rPr lang="en">
                <a:solidFill>
                  <a:srgbClr val="00B6AA"/>
                </a:solidFill>
                <a:latin typeface="Helvetica Neue"/>
                <a:ea typeface="Helvetica Neue"/>
                <a:cs typeface="Helvetica Neue"/>
                <a:sym typeface="Helvetica Neue"/>
              </a:rPr>
              <a:t>Note:  Women could have the early adopter advantage to new industries (WWCode-sv)</a:t>
            </a:r>
          </a:p>
        </p:txBody>
      </p:sp>
      <p:pic>
        <p:nvPicPr>
          <p:cNvPr id="88" name="Shape 88"/>
          <p:cNvPicPr preferRelativeResize="0"/>
          <p:nvPr/>
        </p:nvPicPr>
        <p:blipFill>
          <a:blip r:embed="rId3">
            <a:alphaModFix/>
          </a:blip>
          <a:stretch>
            <a:fillRect/>
          </a:stretch>
        </p:blipFill>
        <p:spPr>
          <a:xfrm>
            <a:off x="6935823" y="294125"/>
            <a:ext cx="1841999" cy="894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2" name="Shape 92"/>
        <p:cNvGrpSpPr/>
        <p:nvPr/>
      </p:nvGrpSpPr>
      <p:grpSpPr>
        <a:xfrm>
          <a:off x="0" y="0"/>
          <a:ext cx="0" cy="0"/>
          <a:chOff x="0" y="0"/>
          <a:chExt cx="0" cy="0"/>
        </a:xfrm>
      </p:grpSpPr>
      <p:sp>
        <p:nvSpPr>
          <p:cNvPr id="93" name="Shape 93"/>
          <p:cNvSpPr txBox="1"/>
          <p:nvPr>
            <p:ph type="title"/>
          </p:nvPr>
        </p:nvSpPr>
        <p:spPr>
          <a:xfrm>
            <a:off x="457200" y="46037"/>
            <a:ext cx="8229600" cy="1143000"/>
          </a:xfrm>
          <a:prstGeom prst="rect">
            <a:avLst/>
          </a:prstGeom>
        </p:spPr>
        <p:txBody>
          <a:bodyPr anchorCtr="0" anchor="b" bIns="91425" lIns="91425" rIns="91425" tIns="91425">
            <a:noAutofit/>
          </a:bodyPr>
          <a:lstStyle/>
          <a:p>
            <a:pPr lvl="0" rtl="0">
              <a:spcBef>
                <a:spcPts val="0"/>
              </a:spcBef>
              <a:buNone/>
            </a:pPr>
            <a:r>
              <a:rPr lang="en"/>
              <a:t>Industry focus </a:t>
            </a:r>
          </a:p>
        </p:txBody>
      </p:sp>
      <p:sp>
        <p:nvSpPr>
          <p:cNvPr id="94" name="Shape 94"/>
          <p:cNvSpPr txBox="1"/>
          <p:nvPr>
            <p:ph idx="1" type="body"/>
          </p:nvPr>
        </p:nvSpPr>
        <p:spPr>
          <a:xfrm>
            <a:off x="457200" y="1600200"/>
            <a:ext cx="8229600" cy="4967700"/>
          </a:xfrm>
          <a:prstGeom prst="rect">
            <a:avLst/>
          </a:prstGeom>
        </p:spPr>
        <p:txBody>
          <a:bodyPr anchorCtr="0" anchor="t" bIns="91425" lIns="91425" rIns="91425" tIns="91425">
            <a:noAutofit/>
          </a:bodyPr>
          <a:lstStyle/>
          <a:p>
            <a:pPr lvl="0" rtl="0">
              <a:spcBef>
                <a:spcPts val="0"/>
              </a:spcBef>
              <a:buNone/>
            </a:pPr>
            <a:r>
              <a:rPr lang="en" sz="1800">
                <a:solidFill>
                  <a:srgbClr val="333333"/>
                </a:solidFill>
                <a:highlight>
                  <a:srgbClr val="FFFFFF"/>
                </a:highlight>
                <a:latin typeface="Helvetica Neue"/>
                <a:ea typeface="Helvetica Neue"/>
                <a:cs typeface="Helvetica Neue"/>
                <a:sym typeface="Helvetica Neue"/>
              </a:rPr>
              <a:t>The study, “</a:t>
            </a:r>
            <a:r>
              <a:rPr lang="en" sz="1800">
                <a:solidFill>
                  <a:srgbClr val="0E5F8B"/>
                </a:solidFill>
                <a:highlight>
                  <a:srgbClr val="FFFFFF"/>
                </a:highlight>
                <a:latin typeface="Helvetica Neue"/>
                <a:ea typeface="Helvetica Neue"/>
                <a:cs typeface="Helvetica Neue"/>
                <a:sym typeface="Helvetica Neue"/>
                <a:hlinkClick r:id="rId3"/>
              </a:rPr>
              <a:t>The Digital Dividend-First Mover Advantage</a:t>
            </a:r>
            <a:r>
              <a:rPr lang="en" sz="1800">
                <a:solidFill>
                  <a:srgbClr val="333333"/>
                </a:solidFill>
                <a:highlight>
                  <a:srgbClr val="FFFFFF"/>
                </a:highlight>
                <a:latin typeface="Helvetica Neue"/>
                <a:ea typeface="Helvetica Neue"/>
                <a:cs typeface="Helvetica Neue"/>
                <a:sym typeface="Helvetica Neue"/>
              </a:rPr>
              <a:t>," was published by </a:t>
            </a:r>
            <a:r>
              <a:rPr lang="en" sz="1800">
                <a:solidFill>
                  <a:srgbClr val="0E5F8B"/>
                </a:solidFill>
                <a:highlight>
                  <a:srgbClr val="FFFFFF"/>
                </a:highlight>
                <a:latin typeface="Helvetica Neue"/>
                <a:ea typeface="Helvetica Neue"/>
                <a:cs typeface="Helvetica Neue"/>
                <a:sym typeface="Helvetica Neue"/>
                <a:hlinkClick r:id="rId4"/>
              </a:rPr>
              <a:t>Harvard Business Review Analytic Services</a:t>
            </a:r>
            <a:r>
              <a:rPr lang="en" sz="1800">
                <a:solidFill>
                  <a:srgbClr val="333333"/>
                </a:solidFill>
                <a:highlight>
                  <a:srgbClr val="FFFFFF"/>
                </a:highlight>
                <a:latin typeface="Helvetica Neue"/>
                <a:ea typeface="Helvetica Neue"/>
                <a:cs typeface="Helvetica Neue"/>
                <a:sym typeface="Helvetica Neue"/>
              </a:rPr>
              <a:t> and sponsored by </a:t>
            </a:r>
            <a:r>
              <a:rPr lang="en" sz="1800">
                <a:solidFill>
                  <a:srgbClr val="0E5F8B"/>
                </a:solidFill>
                <a:highlight>
                  <a:srgbClr val="FFFFFF"/>
                </a:highlight>
                <a:latin typeface="Helvetica Neue"/>
                <a:ea typeface="Helvetica Neue"/>
                <a:cs typeface="Helvetica Neue"/>
                <a:sym typeface="Helvetica Neue"/>
                <a:hlinkClick r:id="rId5"/>
              </a:rPr>
              <a:t>Verizon Enterprise Solutions</a:t>
            </a:r>
            <a:r>
              <a:rPr lang="en" sz="1800">
                <a:solidFill>
                  <a:srgbClr val="333333"/>
                </a:solidFill>
                <a:highlight>
                  <a:srgbClr val="FFFFFF"/>
                </a:highlight>
                <a:latin typeface="Helvetica Neue"/>
                <a:ea typeface="Helvetica Neue"/>
                <a:cs typeface="Helvetica Neue"/>
                <a:sym typeface="Helvetica Neue"/>
              </a:rPr>
              <a:t>. </a:t>
            </a:r>
          </a:p>
          <a:p>
            <a:pPr lvl="0" rtl="0">
              <a:spcBef>
                <a:spcPts val="0"/>
              </a:spcBef>
              <a:buNone/>
            </a:pPr>
            <a:r>
              <a:t/>
            </a:r>
            <a:endParaRPr sz="1800">
              <a:solidFill>
                <a:srgbClr val="333333"/>
              </a:solidFill>
              <a:highlight>
                <a:srgbClr val="FFFFFF"/>
              </a:highlight>
              <a:latin typeface="Helvetica Neue"/>
              <a:ea typeface="Helvetica Neue"/>
              <a:cs typeface="Helvetica Neue"/>
              <a:sym typeface="Helvetica Neue"/>
            </a:endParaRPr>
          </a:p>
          <a:p>
            <a:pPr lvl="0" rtl="0">
              <a:spcBef>
                <a:spcPts val="0"/>
              </a:spcBef>
              <a:buNone/>
            </a:pPr>
            <a:r>
              <a:rPr lang="en">
                <a:solidFill>
                  <a:srgbClr val="333333"/>
                </a:solidFill>
                <a:highlight>
                  <a:srgbClr val="FFFFFF"/>
                </a:highlight>
                <a:latin typeface="Helvetica Neue"/>
                <a:ea typeface="Helvetica Neue"/>
                <a:cs typeface="Helvetica Neue"/>
                <a:sym typeface="Helvetica Neue"/>
              </a:rPr>
              <a:t>“Big Five” technologies—mobile, social, cloud computing, advanced analytics and machine-to-machine communications</a:t>
            </a:r>
          </a:p>
          <a:p>
            <a:pPr lvl="0" rtl="0">
              <a:spcBef>
                <a:spcPts val="0"/>
              </a:spcBef>
              <a:buNone/>
            </a:pPr>
            <a:r>
              <a:t/>
            </a:r>
            <a:endParaRPr>
              <a:solidFill>
                <a:srgbClr val="333333"/>
              </a:solidFill>
              <a:highlight>
                <a:srgbClr val="FFFFFF"/>
              </a:highlight>
              <a:latin typeface="Helvetica Neue"/>
              <a:ea typeface="Helvetica Neue"/>
              <a:cs typeface="Helvetica Neue"/>
              <a:sym typeface="Helvetica Neue"/>
            </a:endParaRPr>
          </a:p>
          <a:p>
            <a:pPr indent="-228600" lvl="0" marL="457200" rtl="0">
              <a:spcBef>
                <a:spcPts val="0"/>
              </a:spcBef>
              <a:buClr>
                <a:srgbClr val="00B6AA"/>
              </a:buClr>
              <a:buFont typeface="Helvetica Neue"/>
              <a:buAutoNum type="arabicPeriod"/>
            </a:pPr>
            <a:r>
              <a:rPr lang="en">
                <a:solidFill>
                  <a:srgbClr val="00B6AA"/>
                </a:solidFill>
                <a:highlight>
                  <a:srgbClr val="FFFFFF"/>
                </a:highlight>
                <a:latin typeface="Helvetica Neue"/>
                <a:ea typeface="Helvetica Neue"/>
                <a:cs typeface="Helvetica Neue"/>
                <a:sym typeface="Helvetica Neue"/>
              </a:rPr>
              <a:t>Connected and Autonomous Cars</a:t>
            </a:r>
          </a:p>
          <a:p>
            <a:pPr indent="-228600" lvl="0" marL="457200" rtl="0">
              <a:spcBef>
                <a:spcPts val="0"/>
              </a:spcBef>
              <a:buClr>
                <a:srgbClr val="00B6AA"/>
              </a:buClr>
              <a:buFont typeface="Helvetica Neue"/>
              <a:buAutoNum type="arabicPeriod"/>
            </a:pPr>
            <a:r>
              <a:rPr lang="en">
                <a:solidFill>
                  <a:srgbClr val="00B6AA"/>
                </a:solidFill>
                <a:highlight>
                  <a:srgbClr val="FFFFFF"/>
                </a:highlight>
                <a:latin typeface="Helvetica Neue"/>
                <a:ea typeface="Helvetica Neue"/>
                <a:cs typeface="Helvetica Neue"/>
                <a:sym typeface="Helvetica Neue"/>
              </a:rPr>
              <a:t>IOT</a:t>
            </a:r>
          </a:p>
        </p:txBody>
      </p:sp>
      <p:pic>
        <p:nvPicPr>
          <p:cNvPr id="95" name="Shape 95"/>
          <p:cNvPicPr preferRelativeResize="0"/>
          <p:nvPr/>
        </p:nvPicPr>
        <p:blipFill>
          <a:blip r:embed="rId6">
            <a:alphaModFix/>
          </a:blip>
          <a:stretch>
            <a:fillRect/>
          </a:stretch>
        </p:blipFill>
        <p:spPr>
          <a:xfrm>
            <a:off x="6935823" y="294125"/>
            <a:ext cx="1842000" cy="894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9" name="Shape 99"/>
        <p:cNvGrpSpPr/>
        <p:nvPr/>
      </p:nvGrpSpPr>
      <p:grpSpPr>
        <a:xfrm>
          <a:off x="0" y="0"/>
          <a:ext cx="0" cy="0"/>
          <a:chOff x="0" y="0"/>
          <a:chExt cx="0" cy="0"/>
        </a:xfrm>
      </p:grpSpPr>
      <p:sp>
        <p:nvSpPr>
          <p:cNvPr id="100" name="Shape 100"/>
          <p:cNvSpPr txBox="1"/>
          <p:nvPr>
            <p:ph type="title"/>
          </p:nvPr>
        </p:nvSpPr>
        <p:spPr>
          <a:xfrm>
            <a:off x="457200" y="46037"/>
            <a:ext cx="8229600" cy="1143000"/>
          </a:xfrm>
          <a:prstGeom prst="rect">
            <a:avLst/>
          </a:prstGeom>
        </p:spPr>
        <p:txBody>
          <a:bodyPr anchorCtr="0" anchor="b" bIns="91425" lIns="91425" rIns="91425" tIns="91425">
            <a:noAutofit/>
          </a:bodyPr>
          <a:lstStyle/>
          <a:p>
            <a:pPr lvl="0" rtl="0">
              <a:spcBef>
                <a:spcPts val="0"/>
              </a:spcBef>
              <a:buNone/>
            </a:pPr>
            <a:r>
              <a:rPr lang="en"/>
              <a:t>2017 strategic plans</a:t>
            </a:r>
          </a:p>
        </p:txBody>
      </p:sp>
      <p:sp>
        <p:nvSpPr>
          <p:cNvPr id="101" name="Shape 101"/>
          <p:cNvSpPr txBox="1"/>
          <p:nvPr>
            <p:ph idx="1" type="body"/>
          </p:nvPr>
        </p:nvSpPr>
        <p:spPr>
          <a:xfrm>
            <a:off x="457200" y="1445500"/>
            <a:ext cx="8229600" cy="4967700"/>
          </a:xfrm>
          <a:prstGeom prst="rect">
            <a:avLst/>
          </a:prstGeom>
        </p:spPr>
        <p:txBody>
          <a:bodyPr anchorCtr="0" anchor="t" bIns="91425" lIns="91425" rIns="91425" tIns="91425">
            <a:noAutofit/>
          </a:bodyPr>
          <a:lstStyle/>
          <a:p>
            <a:pPr indent="-228600" lvl="0" marL="457200" rtl="0">
              <a:spcBef>
                <a:spcPts val="0"/>
              </a:spcBef>
              <a:buClr>
                <a:srgbClr val="333333"/>
              </a:buClr>
              <a:buFont typeface="Helvetica Neue"/>
            </a:pPr>
            <a:r>
              <a:rPr lang="en">
                <a:solidFill>
                  <a:srgbClr val="333333"/>
                </a:solidFill>
                <a:highlight>
                  <a:srgbClr val="FFFFFF"/>
                </a:highlight>
                <a:latin typeface="Helvetica Neue"/>
                <a:ea typeface="Helvetica Neue"/>
                <a:cs typeface="Helvetica Neue"/>
                <a:sym typeface="Helvetica Neue"/>
              </a:rPr>
              <a:t>Increase the membership by 50%</a:t>
            </a:r>
          </a:p>
          <a:p>
            <a:pPr indent="-228600" lvl="0" marL="457200" rtl="0">
              <a:spcBef>
                <a:spcPts val="0"/>
              </a:spcBef>
              <a:buClr>
                <a:srgbClr val="333333"/>
              </a:buClr>
              <a:buFont typeface="Helvetica Neue"/>
            </a:pPr>
            <a:r>
              <a:rPr lang="en">
                <a:solidFill>
                  <a:srgbClr val="333333"/>
                </a:solidFill>
                <a:highlight>
                  <a:srgbClr val="FFFFFF"/>
                </a:highlight>
                <a:latin typeface="Helvetica Neue"/>
                <a:ea typeface="Helvetica Neue"/>
                <a:cs typeface="Helvetica Neue"/>
                <a:sym typeface="Helvetica Neue"/>
              </a:rPr>
              <a:t>Increase the quality of events and quantity of attendance by 25% each</a:t>
            </a:r>
          </a:p>
          <a:p>
            <a:pPr indent="-228600" lvl="0" marL="457200" rtl="0">
              <a:spcBef>
                <a:spcPts val="0"/>
              </a:spcBef>
              <a:buClr>
                <a:srgbClr val="333333"/>
              </a:buClr>
              <a:buFont typeface="Helvetica Neue"/>
            </a:pPr>
            <a:r>
              <a:rPr lang="en">
                <a:solidFill>
                  <a:srgbClr val="333333"/>
                </a:solidFill>
                <a:highlight>
                  <a:srgbClr val="FFFFFF"/>
                </a:highlight>
                <a:latin typeface="Helvetica Neue"/>
                <a:ea typeface="Helvetica Neue"/>
                <a:cs typeface="Helvetica Neue"/>
                <a:sym typeface="Helvetica Neue"/>
              </a:rPr>
              <a:t>Provide more training, better networking and more career events. Increase events by 10% and survey satisfaction by 10% each quarter</a:t>
            </a:r>
          </a:p>
          <a:p>
            <a:pPr indent="-228600" lvl="0" marL="457200" rtl="0">
              <a:spcBef>
                <a:spcPts val="0"/>
              </a:spcBef>
              <a:buClr>
                <a:srgbClr val="333333"/>
              </a:buClr>
              <a:buFont typeface="Helvetica Neue"/>
            </a:pPr>
            <a:r>
              <a:rPr lang="en">
                <a:solidFill>
                  <a:srgbClr val="333333"/>
                </a:solidFill>
                <a:highlight>
                  <a:srgbClr val="FFFFFF"/>
                </a:highlight>
                <a:latin typeface="Helvetica Neue"/>
                <a:ea typeface="Helvetica Neue"/>
                <a:cs typeface="Helvetica Neue"/>
                <a:sym typeface="Helvetica Neue"/>
              </a:rPr>
              <a:t>Increase 2017 budget to $10,000</a:t>
            </a:r>
          </a:p>
        </p:txBody>
      </p:sp>
      <p:pic>
        <p:nvPicPr>
          <p:cNvPr id="102" name="Shape 102"/>
          <p:cNvPicPr preferRelativeResize="0"/>
          <p:nvPr/>
        </p:nvPicPr>
        <p:blipFill>
          <a:blip r:embed="rId3">
            <a:alphaModFix/>
          </a:blip>
          <a:stretch>
            <a:fillRect/>
          </a:stretch>
        </p:blipFill>
        <p:spPr>
          <a:xfrm>
            <a:off x="6935823" y="294125"/>
            <a:ext cx="1842000" cy="894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6" name="Shape 106"/>
        <p:cNvGrpSpPr/>
        <p:nvPr/>
      </p:nvGrpSpPr>
      <p:grpSpPr>
        <a:xfrm>
          <a:off x="0" y="0"/>
          <a:ext cx="0" cy="0"/>
          <a:chOff x="0" y="0"/>
          <a:chExt cx="0" cy="0"/>
        </a:xfrm>
      </p:grpSpPr>
      <p:sp>
        <p:nvSpPr>
          <p:cNvPr id="107" name="Shape 107"/>
          <p:cNvSpPr txBox="1"/>
          <p:nvPr>
            <p:ph type="title"/>
          </p:nvPr>
        </p:nvSpPr>
        <p:spPr>
          <a:xfrm>
            <a:off x="457200" y="46037"/>
            <a:ext cx="8229600" cy="1143000"/>
          </a:xfrm>
          <a:prstGeom prst="rect">
            <a:avLst/>
          </a:prstGeom>
        </p:spPr>
        <p:txBody>
          <a:bodyPr anchorCtr="0" anchor="b" bIns="91425" lIns="91425" rIns="91425" tIns="91425">
            <a:noAutofit/>
          </a:bodyPr>
          <a:lstStyle/>
          <a:p>
            <a:pPr lvl="0" rtl="0">
              <a:spcBef>
                <a:spcPts val="0"/>
              </a:spcBef>
              <a:buNone/>
            </a:pPr>
            <a:r>
              <a:rPr lang="en"/>
              <a:t>2017 tactical plans</a:t>
            </a:r>
          </a:p>
        </p:txBody>
      </p:sp>
      <p:sp>
        <p:nvSpPr>
          <p:cNvPr id="108" name="Shape 108"/>
          <p:cNvSpPr txBox="1"/>
          <p:nvPr>
            <p:ph idx="1" type="body"/>
          </p:nvPr>
        </p:nvSpPr>
        <p:spPr>
          <a:xfrm>
            <a:off x="457200" y="1445500"/>
            <a:ext cx="8229600" cy="4967700"/>
          </a:xfrm>
          <a:prstGeom prst="rect">
            <a:avLst/>
          </a:prstGeom>
        </p:spPr>
        <p:txBody>
          <a:bodyPr anchorCtr="0" anchor="t" bIns="91425" lIns="91425" rIns="91425" tIns="91425">
            <a:noAutofit/>
          </a:bodyPr>
          <a:lstStyle/>
          <a:p>
            <a:pPr indent="-228600" lvl="0" marL="457200" rtl="0">
              <a:spcBef>
                <a:spcPts val="0"/>
              </a:spcBef>
              <a:buClr>
                <a:srgbClr val="333333"/>
              </a:buClr>
              <a:buFont typeface="Helvetica Neue"/>
              <a:buAutoNum type="arabicPeriod"/>
            </a:pPr>
            <a:r>
              <a:rPr lang="en">
                <a:solidFill>
                  <a:srgbClr val="333333"/>
                </a:solidFill>
                <a:highlight>
                  <a:srgbClr val="FFFFFF"/>
                </a:highlight>
                <a:latin typeface="Helvetica Neue"/>
                <a:ea typeface="Helvetica Neue"/>
                <a:cs typeface="Helvetica Neue"/>
                <a:sym typeface="Helvetica Neue"/>
              </a:rPr>
              <a:t>Monthly tech talks</a:t>
            </a:r>
          </a:p>
          <a:p>
            <a:pPr indent="-228600" lvl="1" marL="914400" rtl="0">
              <a:spcBef>
                <a:spcPts val="0"/>
              </a:spcBef>
              <a:buClr>
                <a:srgbClr val="333333"/>
              </a:buClr>
              <a:buFont typeface="Helvetica Neue"/>
              <a:buAutoNum type="alphaLcPeriod"/>
            </a:pPr>
            <a:r>
              <a:rPr lang="en">
                <a:solidFill>
                  <a:srgbClr val="333333"/>
                </a:solidFill>
                <a:highlight>
                  <a:srgbClr val="FFFFFF"/>
                </a:highlight>
                <a:latin typeface="Helvetica Neue"/>
                <a:ea typeface="Helvetica Neue"/>
                <a:cs typeface="Helvetica Neue"/>
                <a:sym typeface="Helvetica Neue"/>
              </a:rPr>
              <a:t>Data Science, iOS, </a:t>
            </a:r>
          </a:p>
          <a:p>
            <a:pPr indent="-228600" lvl="0" marL="457200" rtl="0">
              <a:spcBef>
                <a:spcPts val="0"/>
              </a:spcBef>
              <a:buClr>
                <a:srgbClr val="333333"/>
              </a:buClr>
              <a:buFont typeface="Helvetica Neue"/>
              <a:buAutoNum type="arabicPeriod"/>
            </a:pPr>
            <a:r>
              <a:rPr lang="en">
                <a:solidFill>
                  <a:srgbClr val="333333"/>
                </a:solidFill>
                <a:highlight>
                  <a:srgbClr val="FFFFFF"/>
                </a:highlight>
                <a:latin typeface="Helvetica Neue"/>
                <a:ea typeface="Helvetica Neue"/>
                <a:cs typeface="Helvetica Neue"/>
                <a:sym typeface="Helvetica Neue"/>
              </a:rPr>
              <a:t>Quarterly Hack club or Workshops</a:t>
            </a:r>
          </a:p>
          <a:p>
            <a:pPr indent="-228600" lvl="1" marL="914400" rtl="0">
              <a:spcBef>
                <a:spcPts val="0"/>
              </a:spcBef>
              <a:buClr>
                <a:srgbClr val="333333"/>
              </a:buClr>
              <a:buFont typeface="Helvetica Neue"/>
              <a:buAutoNum type="alphaLcPeriod"/>
            </a:pPr>
            <a:r>
              <a:rPr lang="en">
                <a:solidFill>
                  <a:srgbClr val="333333"/>
                </a:solidFill>
                <a:highlight>
                  <a:srgbClr val="FFFFFF"/>
                </a:highlight>
                <a:latin typeface="Helvetica Neue"/>
                <a:ea typeface="Helvetica Neue"/>
                <a:cs typeface="Helvetica Neue"/>
                <a:sym typeface="Helvetica Neue"/>
              </a:rPr>
              <a:t>Machine Learning</a:t>
            </a:r>
          </a:p>
          <a:p>
            <a:pPr indent="-228600" lvl="1" marL="914400" rtl="0">
              <a:spcBef>
                <a:spcPts val="0"/>
              </a:spcBef>
              <a:buClr>
                <a:srgbClr val="333333"/>
              </a:buClr>
              <a:buFont typeface="Helvetica Neue"/>
              <a:buAutoNum type="alphaLcPeriod"/>
            </a:pPr>
            <a:r>
              <a:rPr lang="en">
                <a:solidFill>
                  <a:srgbClr val="333333"/>
                </a:solidFill>
                <a:highlight>
                  <a:srgbClr val="FFFFFF"/>
                </a:highlight>
                <a:latin typeface="Helvetica Neue"/>
                <a:ea typeface="Helvetica Neue"/>
                <a:cs typeface="Helvetica Neue"/>
                <a:sym typeface="Helvetica Neue"/>
              </a:rPr>
              <a:t>Interview Prep</a:t>
            </a:r>
          </a:p>
          <a:p>
            <a:pPr indent="-228600" lvl="0" marL="457200" rtl="0">
              <a:spcBef>
                <a:spcPts val="0"/>
              </a:spcBef>
              <a:buClr>
                <a:srgbClr val="333333"/>
              </a:buClr>
              <a:buFont typeface="Helvetica Neue"/>
              <a:buAutoNum type="arabicPeriod"/>
            </a:pPr>
            <a:r>
              <a:rPr lang="en">
                <a:solidFill>
                  <a:srgbClr val="333333"/>
                </a:solidFill>
                <a:highlight>
                  <a:srgbClr val="FFFFFF"/>
                </a:highlight>
                <a:latin typeface="Helvetica Neue"/>
                <a:ea typeface="Helvetica Neue"/>
                <a:cs typeface="Helvetica Neue"/>
                <a:sym typeface="Helvetica Neue"/>
              </a:rPr>
              <a:t>Quarterly Venture Hack Club</a:t>
            </a:r>
          </a:p>
          <a:p>
            <a:pPr indent="-228600" lvl="0" marL="457200" rtl="0">
              <a:spcBef>
                <a:spcPts val="0"/>
              </a:spcBef>
              <a:buClr>
                <a:srgbClr val="333333"/>
              </a:buClr>
              <a:buFont typeface="Helvetica Neue"/>
              <a:buAutoNum type="arabicPeriod"/>
            </a:pPr>
            <a:r>
              <a:rPr lang="en">
                <a:solidFill>
                  <a:srgbClr val="333333"/>
                </a:solidFill>
                <a:highlight>
                  <a:srgbClr val="FFFFFF"/>
                </a:highlight>
                <a:latin typeface="Helvetica Neue"/>
                <a:ea typeface="Helvetica Neue"/>
                <a:cs typeface="Helvetica Neue"/>
                <a:sym typeface="Helvetica Neue"/>
              </a:rPr>
              <a:t>Quarterly Career Hack Club</a:t>
            </a:r>
          </a:p>
          <a:p>
            <a:pPr indent="-228600" lvl="1" marL="914400" rtl="0">
              <a:spcBef>
                <a:spcPts val="0"/>
              </a:spcBef>
              <a:buClr>
                <a:srgbClr val="333333"/>
              </a:buClr>
              <a:buFont typeface="Helvetica Neue"/>
              <a:buAutoNum type="alphaLcPeriod"/>
            </a:pPr>
            <a:r>
              <a:rPr lang="en">
                <a:solidFill>
                  <a:srgbClr val="333333"/>
                </a:solidFill>
                <a:highlight>
                  <a:srgbClr val="FFFFFF"/>
                </a:highlight>
                <a:latin typeface="Helvetica Neue"/>
                <a:ea typeface="Helvetica Neue"/>
                <a:cs typeface="Helvetica Neue"/>
                <a:sym typeface="Helvetica Neue"/>
              </a:rPr>
              <a:t>Mini job fairs</a:t>
            </a:r>
          </a:p>
          <a:p>
            <a:pPr indent="-228600" lvl="1" marL="914400" rtl="0">
              <a:spcBef>
                <a:spcPts val="0"/>
              </a:spcBef>
              <a:buClr>
                <a:srgbClr val="333333"/>
              </a:buClr>
              <a:buFont typeface="Helvetica Neue"/>
              <a:buAutoNum type="alphaLcPeriod"/>
            </a:pPr>
            <a:r>
              <a:rPr lang="en">
                <a:solidFill>
                  <a:srgbClr val="333333"/>
                </a:solidFill>
                <a:highlight>
                  <a:srgbClr val="FFFFFF"/>
                </a:highlight>
                <a:latin typeface="Helvetica Neue"/>
                <a:ea typeface="Helvetica Neue"/>
                <a:cs typeface="Helvetica Neue"/>
                <a:sym typeface="Helvetica Neue"/>
              </a:rPr>
              <a:t>Agile training</a:t>
            </a:r>
          </a:p>
          <a:p>
            <a:pPr indent="-228600" lvl="0" marL="457200" rtl="0">
              <a:spcBef>
                <a:spcPts val="0"/>
              </a:spcBef>
              <a:buClr>
                <a:srgbClr val="333333"/>
              </a:buClr>
              <a:buFont typeface="Helvetica Neue"/>
              <a:buAutoNum type="arabicPeriod"/>
            </a:pPr>
            <a:r>
              <a:rPr lang="en">
                <a:solidFill>
                  <a:srgbClr val="333333"/>
                </a:solidFill>
                <a:highlight>
                  <a:srgbClr val="FFFFFF"/>
                </a:highlight>
                <a:latin typeface="Helvetica Neue"/>
                <a:ea typeface="Helvetica Neue"/>
                <a:cs typeface="Helvetica Neue"/>
                <a:sym typeface="Helvetica Neue"/>
              </a:rPr>
              <a:t>Industry focus event  </a:t>
            </a:r>
          </a:p>
          <a:p>
            <a:pPr indent="-228600" lvl="1" marL="914400" rtl="0">
              <a:spcBef>
                <a:spcPts val="0"/>
              </a:spcBef>
              <a:buClr>
                <a:srgbClr val="333333"/>
              </a:buClr>
              <a:buFont typeface="Helvetica Neue"/>
              <a:buAutoNum type="alphaLcPeriod"/>
            </a:pPr>
            <a:r>
              <a:rPr lang="en">
                <a:solidFill>
                  <a:srgbClr val="333333"/>
                </a:solidFill>
                <a:highlight>
                  <a:srgbClr val="FFFFFF"/>
                </a:highlight>
                <a:latin typeface="Helvetica Neue"/>
                <a:ea typeface="Helvetica Neue"/>
                <a:cs typeface="Helvetica Neue"/>
                <a:sym typeface="Helvetica Neue"/>
              </a:rPr>
              <a:t>Smart City, TBD</a:t>
            </a:r>
          </a:p>
          <a:p>
            <a:pPr indent="-228600" lvl="0" marL="457200" rtl="0">
              <a:spcBef>
                <a:spcPts val="0"/>
              </a:spcBef>
              <a:buClr>
                <a:srgbClr val="333333"/>
              </a:buClr>
              <a:buFont typeface="Helvetica Neue"/>
              <a:buAutoNum type="arabicPeriod"/>
            </a:pPr>
            <a:r>
              <a:rPr lang="en">
                <a:solidFill>
                  <a:srgbClr val="333333"/>
                </a:solidFill>
                <a:highlight>
                  <a:srgbClr val="FFFFFF"/>
                </a:highlight>
                <a:latin typeface="Helvetica Neue"/>
                <a:ea typeface="Helvetica Neue"/>
                <a:cs typeface="Helvetica Neue"/>
                <a:sym typeface="Helvetica Neue"/>
              </a:rPr>
              <a:t>Hackathon</a:t>
            </a:r>
          </a:p>
          <a:p>
            <a:pPr lvl="0" rtl="0">
              <a:spcBef>
                <a:spcPts val="0"/>
              </a:spcBef>
              <a:buNone/>
            </a:pPr>
            <a:r>
              <a:t/>
            </a:r>
            <a:endParaRPr sz="1800">
              <a:solidFill>
                <a:srgbClr val="333333"/>
              </a:solidFill>
              <a:highlight>
                <a:srgbClr val="FFFFFF"/>
              </a:highlight>
              <a:latin typeface="Helvetica Neue"/>
              <a:ea typeface="Helvetica Neue"/>
              <a:cs typeface="Helvetica Neue"/>
              <a:sym typeface="Helvetica Neue"/>
            </a:endParaRPr>
          </a:p>
        </p:txBody>
      </p:sp>
      <p:pic>
        <p:nvPicPr>
          <p:cNvPr id="109" name="Shape 109"/>
          <p:cNvPicPr preferRelativeResize="0"/>
          <p:nvPr/>
        </p:nvPicPr>
        <p:blipFill>
          <a:blip r:embed="rId3">
            <a:alphaModFix/>
          </a:blip>
          <a:stretch>
            <a:fillRect/>
          </a:stretch>
        </p:blipFill>
        <p:spPr>
          <a:xfrm>
            <a:off x="6935823" y="294125"/>
            <a:ext cx="1842000" cy="894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3" name="Shape 113"/>
        <p:cNvGrpSpPr/>
        <p:nvPr/>
      </p:nvGrpSpPr>
      <p:grpSpPr>
        <a:xfrm>
          <a:off x="0" y="0"/>
          <a:ext cx="0" cy="0"/>
          <a:chOff x="0" y="0"/>
          <a:chExt cx="0" cy="0"/>
        </a:xfrm>
      </p:grpSpPr>
      <p:sp>
        <p:nvSpPr>
          <p:cNvPr id="114" name="Shape 114"/>
          <p:cNvSpPr txBox="1"/>
          <p:nvPr>
            <p:ph type="title"/>
          </p:nvPr>
        </p:nvSpPr>
        <p:spPr>
          <a:xfrm>
            <a:off x="457200" y="46037"/>
            <a:ext cx="8229600" cy="1143000"/>
          </a:xfrm>
          <a:prstGeom prst="rect">
            <a:avLst/>
          </a:prstGeom>
        </p:spPr>
        <p:txBody>
          <a:bodyPr anchorCtr="0" anchor="b" bIns="91425" lIns="91425" rIns="91425" tIns="91425">
            <a:noAutofit/>
          </a:bodyPr>
          <a:lstStyle/>
          <a:p>
            <a:pPr lvl="0" rtl="0">
              <a:spcBef>
                <a:spcPts val="0"/>
              </a:spcBef>
              <a:buNone/>
            </a:pPr>
            <a:r>
              <a:rPr lang="en"/>
              <a:t>2017 tactical plans</a:t>
            </a:r>
          </a:p>
        </p:txBody>
      </p:sp>
      <p:sp>
        <p:nvSpPr>
          <p:cNvPr id="115" name="Shape 115"/>
          <p:cNvSpPr txBox="1"/>
          <p:nvPr>
            <p:ph idx="1" type="body"/>
          </p:nvPr>
        </p:nvSpPr>
        <p:spPr>
          <a:xfrm>
            <a:off x="457200" y="1445500"/>
            <a:ext cx="8229600" cy="4967700"/>
          </a:xfrm>
          <a:prstGeom prst="rect">
            <a:avLst/>
          </a:prstGeom>
        </p:spPr>
        <p:txBody>
          <a:bodyPr anchorCtr="0" anchor="t" bIns="91425" lIns="91425" rIns="91425" tIns="91425">
            <a:noAutofit/>
          </a:bodyPr>
          <a:lstStyle/>
          <a:p>
            <a:pPr indent="-228600" lvl="0" marL="457200" rtl="0">
              <a:spcBef>
                <a:spcPts val="0"/>
              </a:spcBef>
              <a:buClr>
                <a:srgbClr val="333333"/>
              </a:buClr>
              <a:buFont typeface="Helvetica Neue"/>
            </a:pPr>
            <a:r>
              <a:rPr lang="en">
                <a:solidFill>
                  <a:srgbClr val="333333"/>
                </a:solidFill>
                <a:highlight>
                  <a:srgbClr val="FFFFFF"/>
                </a:highlight>
                <a:latin typeface="Helvetica Neue"/>
                <a:ea typeface="Helvetica Neue"/>
                <a:cs typeface="Helvetica Neue"/>
                <a:sym typeface="Helvetica Neue"/>
              </a:rPr>
              <a:t>Leaders to remain in Active standing</a:t>
            </a:r>
          </a:p>
          <a:p>
            <a:pPr indent="-228600" lvl="1" marL="914400" rtl="0">
              <a:spcBef>
                <a:spcPts val="0"/>
              </a:spcBef>
              <a:buClr>
                <a:srgbClr val="333333"/>
              </a:buClr>
              <a:buFont typeface="Helvetica Neue"/>
            </a:pPr>
            <a:r>
              <a:rPr lang="en">
                <a:solidFill>
                  <a:srgbClr val="333333"/>
                </a:solidFill>
                <a:highlight>
                  <a:srgbClr val="FFFFFF"/>
                </a:highlight>
                <a:latin typeface="Helvetica Neue"/>
                <a:ea typeface="Helvetica Neue"/>
                <a:cs typeface="Helvetica Neue"/>
                <a:sym typeface="Helvetica Neue"/>
              </a:rPr>
              <a:t>Remove inactive leader access</a:t>
            </a:r>
          </a:p>
          <a:p>
            <a:pPr indent="-228600" lvl="1" marL="914400" rtl="0">
              <a:spcBef>
                <a:spcPts val="0"/>
              </a:spcBef>
              <a:buClr>
                <a:srgbClr val="333333"/>
              </a:buClr>
              <a:buFont typeface="Helvetica Neue"/>
            </a:pPr>
            <a:r>
              <a:rPr lang="en">
                <a:solidFill>
                  <a:srgbClr val="333333"/>
                </a:solidFill>
                <a:highlight>
                  <a:srgbClr val="FFFFFF"/>
                </a:highlight>
                <a:latin typeface="Helvetica Neue"/>
                <a:ea typeface="Helvetica Neue"/>
                <a:cs typeface="Helvetica Neue"/>
                <a:sym typeface="Helvetica Neue"/>
              </a:rPr>
              <a:t>Attendance in Quarterly meeting</a:t>
            </a:r>
          </a:p>
          <a:p>
            <a:pPr indent="-228600" lvl="1" marL="914400" rtl="0">
              <a:spcBef>
                <a:spcPts val="0"/>
              </a:spcBef>
              <a:buClr>
                <a:srgbClr val="333333"/>
              </a:buClr>
              <a:buFont typeface="Helvetica Neue"/>
            </a:pPr>
            <a:r>
              <a:rPr lang="en">
                <a:solidFill>
                  <a:srgbClr val="333333"/>
                </a:solidFill>
                <a:highlight>
                  <a:srgbClr val="FFFFFF"/>
                </a:highlight>
                <a:latin typeface="Helvetica Neue"/>
                <a:ea typeface="Helvetica Neue"/>
                <a:cs typeface="Helvetica Neue"/>
                <a:sym typeface="Helvetica Neue"/>
              </a:rPr>
              <a:t>Measurement of Key metrics (attendance, satisfaction)</a:t>
            </a:r>
          </a:p>
          <a:p>
            <a:pPr indent="-228600" lvl="0" marL="457200" rtl="0">
              <a:spcBef>
                <a:spcPts val="0"/>
              </a:spcBef>
              <a:buClr>
                <a:srgbClr val="333333"/>
              </a:buClr>
              <a:buFont typeface="Helvetica Neue"/>
            </a:pPr>
            <a:r>
              <a:rPr lang="en">
                <a:solidFill>
                  <a:srgbClr val="333333"/>
                </a:solidFill>
                <a:highlight>
                  <a:srgbClr val="FFFFFF"/>
                </a:highlight>
                <a:latin typeface="Helvetica Neue"/>
                <a:ea typeface="Helvetica Neue"/>
                <a:cs typeface="Helvetica Neue"/>
                <a:sym typeface="Helvetica Neue"/>
              </a:rPr>
              <a:t>Research processes to increase attendance</a:t>
            </a:r>
          </a:p>
          <a:p>
            <a:pPr indent="-228600" lvl="1" marL="914400" rtl="0">
              <a:spcBef>
                <a:spcPts val="0"/>
              </a:spcBef>
              <a:buClr>
                <a:srgbClr val="333333"/>
              </a:buClr>
              <a:buFont typeface="Helvetica Neue"/>
            </a:pPr>
            <a:r>
              <a:rPr lang="en">
                <a:solidFill>
                  <a:srgbClr val="333333"/>
                </a:solidFill>
                <a:highlight>
                  <a:srgbClr val="FFFFFF"/>
                </a:highlight>
                <a:latin typeface="Helvetica Neue"/>
                <a:ea typeface="Helvetica Neue"/>
                <a:cs typeface="Helvetica Neue"/>
                <a:sym typeface="Helvetica Neue"/>
              </a:rPr>
              <a:t>Charging for events, provide coupons for next event that will only be given to those who attend?</a:t>
            </a:r>
          </a:p>
          <a:p>
            <a:pPr indent="-228600" lvl="0" marL="457200" rtl="0">
              <a:spcBef>
                <a:spcPts val="0"/>
              </a:spcBef>
              <a:buClr>
                <a:srgbClr val="333333"/>
              </a:buClr>
              <a:buFont typeface="Helvetica Neue"/>
            </a:pPr>
            <a:r>
              <a:rPr lang="en">
                <a:solidFill>
                  <a:srgbClr val="333333"/>
                </a:solidFill>
                <a:highlight>
                  <a:srgbClr val="FFFFFF"/>
                </a:highlight>
                <a:latin typeface="Helvetica Neue"/>
                <a:ea typeface="Helvetica Neue"/>
                <a:cs typeface="Helvetica Neue"/>
                <a:sym typeface="Helvetica Neue"/>
              </a:rPr>
              <a:t>Infrastructure</a:t>
            </a:r>
          </a:p>
          <a:p>
            <a:pPr indent="-228600" lvl="1" marL="914400" rtl="0">
              <a:spcBef>
                <a:spcPts val="0"/>
              </a:spcBef>
              <a:buClr>
                <a:srgbClr val="333333"/>
              </a:buClr>
              <a:buFont typeface="Helvetica Neue"/>
            </a:pPr>
            <a:r>
              <a:rPr lang="en">
                <a:solidFill>
                  <a:srgbClr val="333333"/>
                </a:solidFill>
                <a:highlight>
                  <a:srgbClr val="FFFFFF"/>
                </a:highlight>
                <a:latin typeface="Helvetica Neue"/>
                <a:ea typeface="Helvetica Neue"/>
                <a:cs typeface="Helvetica Neue"/>
                <a:sym typeface="Helvetica Neue"/>
              </a:rPr>
              <a:t>Google Docs will be moved </a:t>
            </a:r>
          </a:p>
          <a:p>
            <a:pPr lvl="0" rtl="0">
              <a:spcBef>
                <a:spcPts val="0"/>
              </a:spcBef>
              <a:buNone/>
            </a:pPr>
            <a:r>
              <a:t/>
            </a:r>
            <a:endParaRPr>
              <a:solidFill>
                <a:srgbClr val="333333"/>
              </a:solidFill>
              <a:highlight>
                <a:srgbClr val="FFFFFF"/>
              </a:highlight>
              <a:latin typeface="Helvetica Neue"/>
              <a:ea typeface="Helvetica Neue"/>
              <a:cs typeface="Helvetica Neue"/>
              <a:sym typeface="Helvetica Neue"/>
            </a:endParaRPr>
          </a:p>
        </p:txBody>
      </p:sp>
      <p:pic>
        <p:nvPicPr>
          <p:cNvPr id="116" name="Shape 116"/>
          <p:cNvPicPr preferRelativeResize="0"/>
          <p:nvPr/>
        </p:nvPicPr>
        <p:blipFill>
          <a:blip r:embed="rId3">
            <a:alphaModFix/>
          </a:blip>
          <a:stretch>
            <a:fillRect/>
          </a:stretch>
        </p:blipFill>
        <p:spPr>
          <a:xfrm>
            <a:off x="6935823" y="294125"/>
            <a:ext cx="1842000" cy="894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0" name="Shape 120"/>
        <p:cNvGrpSpPr/>
        <p:nvPr/>
      </p:nvGrpSpPr>
      <p:grpSpPr>
        <a:xfrm>
          <a:off x="0" y="0"/>
          <a:ext cx="0" cy="0"/>
          <a:chOff x="0" y="0"/>
          <a:chExt cx="0" cy="0"/>
        </a:xfrm>
      </p:grpSpPr>
      <p:sp>
        <p:nvSpPr>
          <p:cNvPr id="121" name="Shape 121"/>
          <p:cNvSpPr txBox="1"/>
          <p:nvPr>
            <p:ph type="title"/>
          </p:nvPr>
        </p:nvSpPr>
        <p:spPr>
          <a:xfrm>
            <a:off x="457200" y="46037"/>
            <a:ext cx="8229600" cy="1143000"/>
          </a:xfrm>
          <a:prstGeom prst="rect">
            <a:avLst/>
          </a:prstGeom>
        </p:spPr>
        <p:txBody>
          <a:bodyPr anchorCtr="0" anchor="b" bIns="91425" lIns="91425" rIns="91425" tIns="91425">
            <a:noAutofit/>
          </a:bodyPr>
          <a:lstStyle/>
          <a:p>
            <a:pPr lvl="0" rtl="0">
              <a:spcBef>
                <a:spcPts val="0"/>
              </a:spcBef>
              <a:buNone/>
            </a:pPr>
            <a:r>
              <a:rPr lang="en"/>
              <a:t>2017 Risk Analysis</a:t>
            </a:r>
          </a:p>
        </p:txBody>
      </p:sp>
      <p:sp>
        <p:nvSpPr>
          <p:cNvPr id="122" name="Shape 122"/>
          <p:cNvSpPr txBox="1"/>
          <p:nvPr>
            <p:ph idx="1" type="body"/>
          </p:nvPr>
        </p:nvSpPr>
        <p:spPr>
          <a:xfrm>
            <a:off x="457200" y="1303700"/>
            <a:ext cx="8229600" cy="4967700"/>
          </a:xfrm>
          <a:prstGeom prst="rect">
            <a:avLst/>
          </a:prstGeom>
        </p:spPr>
        <p:txBody>
          <a:bodyPr anchorCtr="0" anchor="t" bIns="91425" lIns="91425" rIns="91425" tIns="91425">
            <a:noAutofit/>
          </a:bodyPr>
          <a:lstStyle/>
          <a:p>
            <a:pPr lvl="0" rtl="0">
              <a:spcBef>
                <a:spcPts val="0"/>
              </a:spcBef>
              <a:buNone/>
            </a:pPr>
            <a:r>
              <a:rPr lang="en">
                <a:solidFill>
                  <a:srgbClr val="333333"/>
                </a:solidFill>
                <a:highlight>
                  <a:srgbClr val="FFFFFF"/>
                </a:highlight>
                <a:latin typeface="Helvetica Neue"/>
                <a:ea typeface="Helvetica Neue"/>
                <a:cs typeface="Helvetica Neue"/>
                <a:sym typeface="Helvetica Neue"/>
              </a:rPr>
              <a:t>Needs:</a:t>
            </a:r>
          </a:p>
          <a:p>
            <a:pPr indent="-228600" lvl="0" marL="457200" rtl="0">
              <a:spcBef>
                <a:spcPts val="0"/>
              </a:spcBef>
              <a:buClr>
                <a:srgbClr val="333333"/>
              </a:buClr>
              <a:buFont typeface="Helvetica Neue"/>
              <a:buChar char="-"/>
            </a:pPr>
            <a:r>
              <a:rPr lang="en">
                <a:solidFill>
                  <a:srgbClr val="333333"/>
                </a:solidFill>
                <a:highlight>
                  <a:srgbClr val="FFFFFF"/>
                </a:highlight>
                <a:latin typeface="Helvetica Neue"/>
                <a:ea typeface="Helvetica Neue"/>
                <a:cs typeface="Helvetica Neue"/>
                <a:sym typeface="Helvetica Neue"/>
              </a:rPr>
              <a:t>Resources</a:t>
            </a:r>
          </a:p>
          <a:p>
            <a:pPr indent="-228600" lvl="1" marL="914400" rtl="0">
              <a:spcBef>
                <a:spcPts val="0"/>
              </a:spcBef>
              <a:buClr>
                <a:srgbClr val="333333"/>
              </a:buClr>
              <a:buFont typeface="Helvetica Neue"/>
              <a:buChar char="-"/>
            </a:pPr>
            <a:r>
              <a:rPr lang="en">
                <a:solidFill>
                  <a:srgbClr val="333333"/>
                </a:solidFill>
                <a:highlight>
                  <a:srgbClr val="FFFFFF"/>
                </a:highlight>
                <a:latin typeface="Helvetica Neue"/>
                <a:ea typeface="Helvetica Neue"/>
                <a:cs typeface="Helvetica Neue"/>
                <a:sym typeface="Helvetica Neue"/>
              </a:rPr>
              <a:t>Need Project Manager</a:t>
            </a:r>
          </a:p>
          <a:p>
            <a:pPr indent="-228600" lvl="1" marL="914400" rtl="0">
              <a:spcBef>
                <a:spcPts val="0"/>
              </a:spcBef>
              <a:buClr>
                <a:srgbClr val="333333"/>
              </a:buClr>
              <a:buFont typeface="Helvetica Neue"/>
              <a:buChar char="-"/>
            </a:pPr>
            <a:r>
              <a:rPr lang="en">
                <a:solidFill>
                  <a:srgbClr val="333333"/>
                </a:solidFill>
                <a:highlight>
                  <a:srgbClr val="FFFFFF"/>
                </a:highlight>
                <a:latin typeface="Helvetica Neue"/>
                <a:ea typeface="Helvetica Neue"/>
                <a:cs typeface="Helvetica Neue"/>
                <a:sym typeface="Helvetica Neue"/>
              </a:rPr>
              <a:t>Need Evangelist help</a:t>
            </a:r>
          </a:p>
          <a:p>
            <a:pPr indent="-228600" lvl="1" marL="914400" rtl="0">
              <a:spcBef>
                <a:spcPts val="0"/>
              </a:spcBef>
              <a:buClr>
                <a:srgbClr val="333333"/>
              </a:buClr>
              <a:buFont typeface="Helvetica Neue"/>
              <a:buChar char="-"/>
            </a:pPr>
            <a:r>
              <a:rPr lang="en">
                <a:solidFill>
                  <a:srgbClr val="333333"/>
                </a:solidFill>
                <a:highlight>
                  <a:srgbClr val="FFFFFF"/>
                </a:highlight>
                <a:latin typeface="Helvetica Neue"/>
                <a:ea typeface="Helvetica Neue"/>
                <a:cs typeface="Helvetica Neue"/>
                <a:sym typeface="Helvetica Neue"/>
              </a:rPr>
              <a:t>Process professionals</a:t>
            </a:r>
          </a:p>
          <a:p>
            <a:pPr indent="-228600" lvl="0" marL="457200" rtl="0">
              <a:spcBef>
                <a:spcPts val="0"/>
              </a:spcBef>
              <a:buClr>
                <a:srgbClr val="333333"/>
              </a:buClr>
              <a:buFont typeface="Helvetica Neue"/>
              <a:buChar char="-"/>
            </a:pPr>
            <a:r>
              <a:rPr lang="en">
                <a:solidFill>
                  <a:srgbClr val="333333"/>
                </a:solidFill>
                <a:highlight>
                  <a:srgbClr val="FFFFFF"/>
                </a:highlight>
                <a:latin typeface="Helvetica Neue"/>
                <a:ea typeface="Helvetica Neue"/>
                <a:cs typeface="Helvetica Neue"/>
                <a:sym typeface="Helvetica Neue"/>
              </a:rPr>
              <a:t>Risks</a:t>
            </a:r>
          </a:p>
          <a:p>
            <a:pPr indent="-228600" lvl="1" marL="914400" rtl="0">
              <a:spcBef>
                <a:spcPts val="0"/>
              </a:spcBef>
              <a:buClr>
                <a:srgbClr val="333333"/>
              </a:buClr>
              <a:buFont typeface="Helvetica Neue"/>
              <a:buChar char="-"/>
            </a:pPr>
            <a:r>
              <a:rPr lang="en">
                <a:solidFill>
                  <a:srgbClr val="333333"/>
                </a:solidFill>
                <a:highlight>
                  <a:srgbClr val="FFFFFF"/>
                </a:highlight>
                <a:latin typeface="Helvetica Neue"/>
                <a:ea typeface="Helvetica Neue"/>
                <a:cs typeface="Helvetica Neue"/>
                <a:sym typeface="Helvetica Neue"/>
              </a:rPr>
              <a:t>Lack of focus</a:t>
            </a:r>
          </a:p>
          <a:p>
            <a:pPr indent="-228600" lvl="1" marL="914400" rtl="0">
              <a:spcBef>
                <a:spcPts val="0"/>
              </a:spcBef>
              <a:buClr>
                <a:srgbClr val="333333"/>
              </a:buClr>
              <a:buFont typeface="Helvetica Neue"/>
              <a:buChar char="-"/>
            </a:pPr>
            <a:r>
              <a:rPr lang="en">
                <a:solidFill>
                  <a:srgbClr val="333333"/>
                </a:solidFill>
                <a:highlight>
                  <a:srgbClr val="FFFFFF"/>
                </a:highlight>
                <a:latin typeface="Helvetica Neue"/>
                <a:ea typeface="Helvetica Neue"/>
                <a:cs typeface="Helvetica Neue"/>
                <a:sym typeface="Helvetica Neue"/>
              </a:rPr>
              <a:t>Lack of effective PM</a:t>
            </a:r>
          </a:p>
          <a:p>
            <a:pPr indent="-228600" lvl="1" marL="914400" rtl="0">
              <a:spcBef>
                <a:spcPts val="0"/>
              </a:spcBef>
              <a:buClr>
                <a:srgbClr val="333333"/>
              </a:buClr>
              <a:buFont typeface="Helvetica Neue"/>
              <a:buChar char="-"/>
            </a:pPr>
            <a:r>
              <a:rPr lang="en">
                <a:solidFill>
                  <a:srgbClr val="333333"/>
                </a:solidFill>
                <a:highlight>
                  <a:srgbClr val="FFFFFF"/>
                </a:highlight>
                <a:latin typeface="Helvetica Neue"/>
                <a:ea typeface="Helvetica Neue"/>
                <a:cs typeface="Helvetica Neue"/>
                <a:sym typeface="Helvetica Neue"/>
              </a:rPr>
              <a:t>Lack of defined processes &amp; roles</a:t>
            </a:r>
          </a:p>
          <a:p>
            <a:pPr indent="-228600" lvl="0" marL="457200" rtl="0">
              <a:spcBef>
                <a:spcPts val="0"/>
              </a:spcBef>
              <a:buClr>
                <a:srgbClr val="333333"/>
              </a:buClr>
              <a:buFont typeface="Helvetica Neue"/>
              <a:buChar char="-"/>
            </a:pPr>
            <a:r>
              <a:rPr lang="en">
                <a:solidFill>
                  <a:srgbClr val="333333"/>
                </a:solidFill>
                <a:highlight>
                  <a:srgbClr val="FFFFFF"/>
                </a:highlight>
                <a:latin typeface="Helvetica Neue"/>
                <a:ea typeface="Helvetica Neue"/>
                <a:cs typeface="Helvetica Neue"/>
                <a:sym typeface="Helvetica Neue"/>
              </a:rPr>
              <a:t>Budget</a:t>
            </a:r>
          </a:p>
          <a:p>
            <a:pPr indent="-228600" lvl="1" marL="914400" rtl="0">
              <a:spcBef>
                <a:spcPts val="0"/>
              </a:spcBef>
              <a:buClr>
                <a:srgbClr val="333333"/>
              </a:buClr>
              <a:buFont typeface="Helvetica Neue"/>
              <a:buChar char="-"/>
            </a:pPr>
            <a:r>
              <a:rPr lang="en">
                <a:solidFill>
                  <a:srgbClr val="333333"/>
                </a:solidFill>
                <a:highlight>
                  <a:srgbClr val="FFFFFF"/>
                </a:highlight>
                <a:latin typeface="Helvetica Neue"/>
                <a:ea typeface="Helvetica Neue"/>
                <a:cs typeface="Helvetica Neue"/>
                <a:sym typeface="Helvetica Neue"/>
              </a:rPr>
              <a:t>We will charge for Hackathon </a:t>
            </a:r>
          </a:p>
          <a:p>
            <a:pPr indent="-228600" lvl="1" marL="914400" rtl="0">
              <a:spcBef>
                <a:spcPts val="0"/>
              </a:spcBef>
              <a:buClr>
                <a:srgbClr val="333333"/>
              </a:buClr>
              <a:buFont typeface="Helvetica Neue"/>
              <a:buChar char="-"/>
            </a:pPr>
            <a:r>
              <a:rPr lang="en">
                <a:solidFill>
                  <a:srgbClr val="333333"/>
                </a:solidFill>
                <a:highlight>
                  <a:srgbClr val="FFFFFF"/>
                </a:highlight>
                <a:latin typeface="Helvetica Neue"/>
                <a:ea typeface="Helvetica Neue"/>
                <a:cs typeface="Helvetica Neue"/>
                <a:sym typeface="Helvetica Neue"/>
              </a:rPr>
              <a:t>We will charge for IOT and/or Smart City event</a:t>
            </a:r>
          </a:p>
          <a:p>
            <a:pPr lvl="0" rtl="0">
              <a:spcBef>
                <a:spcPts val="0"/>
              </a:spcBef>
              <a:buNone/>
            </a:pPr>
            <a:r>
              <a:t/>
            </a:r>
            <a:endParaRPr sz="1800">
              <a:solidFill>
                <a:srgbClr val="333333"/>
              </a:solidFill>
              <a:highlight>
                <a:srgbClr val="FFFFFF"/>
              </a:highlight>
              <a:latin typeface="Helvetica Neue"/>
              <a:ea typeface="Helvetica Neue"/>
              <a:cs typeface="Helvetica Neue"/>
              <a:sym typeface="Helvetica Neue"/>
            </a:endParaRPr>
          </a:p>
        </p:txBody>
      </p:sp>
      <p:pic>
        <p:nvPicPr>
          <p:cNvPr id="123" name="Shape 123"/>
          <p:cNvPicPr preferRelativeResize="0"/>
          <p:nvPr/>
        </p:nvPicPr>
        <p:blipFill>
          <a:blip r:embed="rId3">
            <a:alphaModFix/>
          </a:blip>
          <a:stretch>
            <a:fillRect/>
          </a:stretch>
        </p:blipFill>
        <p:spPr>
          <a:xfrm>
            <a:off x="6935823" y="294125"/>
            <a:ext cx="1842000" cy="894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7" name="Shape 127"/>
        <p:cNvGrpSpPr/>
        <p:nvPr/>
      </p:nvGrpSpPr>
      <p:grpSpPr>
        <a:xfrm>
          <a:off x="0" y="0"/>
          <a:ext cx="0" cy="0"/>
          <a:chOff x="0" y="0"/>
          <a:chExt cx="0" cy="0"/>
        </a:xfrm>
      </p:grpSpPr>
      <p:sp>
        <p:nvSpPr>
          <p:cNvPr id="128" name="Shape 128"/>
          <p:cNvSpPr txBox="1"/>
          <p:nvPr>
            <p:ph type="ctrTitle"/>
          </p:nvPr>
        </p:nvSpPr>
        <p:spPr>
          <a:xfrm>
            <a:off x="0" y="1266250"/>
            <a:ext cx="9144000" cy="2729700"/>
          </a:xfrm>
          <a:prstGeom prst="rect">
            <a:avLst/>
          </a:prstGeom>
        </p:spPr>
        <p:txBody>
          <a:bodyPr anchorCtr="0" anchor="b" bIns="91425" lIns="91425" rIns="91425" tIns="91425">
            <a:noAutofit/>
          </a:bodyPr>
          <a:lstStyle/>
          <a:p>
            <a:pPr lvl="0" rtl="0">
              <a:spcBef>
                <a:spcPts val="0"/>
              </a:spcBef>
              <a:buNone/>
            </a:pPr>
            <a:r>
              <a:rPr b="0" lang="en" sz="7500">
                <a:solidFill>
                  <a:srgbClr val="00B6AA"/>
                </a:solidFill>
                <a:latin typeface="Montserrat"/>
                <a:ea typeface="Montserrat"/>
                <a:cs typeface="Montserrat"/>
                <a:sym typeface="Montserrat"/>
              </a:rPr>
              <a:t>THANK YOU</a:t>
            </a:r>
          </a:p>
        </p:txBody>
      </p:sp>
      <p:pic>
        <p:nvPicPr>
          <p:cNvPr id="129" name="Shape 129"/>
          <p:cNvPicPr preferRelativeResize="0"/>
          <p:nvPr/>
        </p:nvPicPr>
        <p:blipFill>
          <a:blip r:embed="rId3">
            <a:alphaModFix/>
          </a:blip>
          <a:stretch>
            <a:fillRect/>
          </a:stretch>
        </p:blipFill>
        <p:spPr>
          <a:xfrm>
            <a:off x="3650998" y="5364850"/>
            <a:ext cx="1842000" cy="8949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