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autoCompressPictures="0" embedTrueTypeFonts="1" strictFirstAndLastChars="0" saveSubsetFonts="1">
  <p:sldMasterIdLst>
    <p:sldMasterId id="2147483666" r:id="rId3"/>
    <p:sldMasterId id="2147483667"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Montserrat"/>
      <p:regular r:id="rId16"/>
      <p:bold r:id="rId17"/>
      <p:italic r:id="rId18"/>
      <p:boldItalic r:id="rId19"/>
    </p:embeddedFont>
    <p:embeddedFont>
      <p:font typeface="Hind"/>
      <p:regular r:id="rId20"/>
      <p:bold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file>

<file path=ppt/_rels/presentation.xml.rels><?xml version="1.0" encoding="UTF-8" standalone="yes"?><Relationships xmlns="http://schemas.openxmlformats.org/package/2006/relationships"><Relationship Id="rId20" Type="http://schemas.openxmlformats.org/officeDocument/2006/relationships/font" Target="fonts/Hind-regular.fntdata"/><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font" Target="fonts/Hind-bold.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Montserrat-bold.fntdata"/><Relationship Id="rId16" Type="http://schemas.openxmlformats.org/officeDocument/2006/relationships/font" Target="fonts/Montserrat-regular.fntdata"/><Relationship Id="rId5" Type="http://schemas.openxmlformats.org/officeDocument/2006/relationships/notesMaster" Target="notesMasters/notesMaster1.xml"/><Relationship Id="rId19" Type="http://schemas.openxmlformats.org/officeDocument/2006/relationships/font" Target="fonts/Montserrat-boldItalic.fntdata"/><Relationship Id="rId6" Type="http://schemas.openxmlformats.org/officeDocument/2006/relationships/slide" Target="slides/slide1.xml"/><Relationship Id="rId18" Type="http://schemas.openxmlformats.org/officeDocument/2006/relationships/font" Target="fonts/Montserrat-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2" name="Shape 2"/>
        <p:cNvGrpSpPr/>
        <p:nvPr/>
      </p:nvGrpSpPr>
      <p:grpSpPr>
        <a:xfrm>
          <a:off x="0" y="0"/>
          <a:ext cx="0" cy="0"/>
          <a:chOff x="0" y="0"/>
          <a:chExt cx="0" cy="0"/>
        </a:xfrm>
      </p:grpSpPr>
      <p:sp>
        <p:nvSpPr>
          <p:cNvPr id="3" name="Shape 3"/>
          <p:cNvSpPr/>
          <p:nvPr>
            <p:ph idx="2" type="sldImg"/>
          </p:nvPr>
        </p:nvSpPr>
        <p:spPr>
          <a:xfrm>
            <a:off x="381300" y="685800"/>
            <a:ext cx="6096075" cy="3429000"/>
          </a:xfrm>
          <a:custGeom>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med" w="med" type="none"/>
            <a:tailEnd len="med" w="med" type="none"/>
          </a:ln>
        </p:spPr>
      </p:sp>
      <p:sp>
        <p:nvSpPr>
          <p:cNvPr id="4" name="Shape 4"/>
          <p:cNvSpPr txBox="1"/>
          <p:nvPr>
            <p:ph idx="1" type="body"/>
          </p:nvPr>
        </p:nvSpPr>
        <p:spPr>
          <a:xfrm>
            <a:off x="685800" y="4343400"/>
            <a:ext cx="5486400" cy="4114800"/>
          </a:xfrm>
          <a:prstGeom prst="rect">
            <a:avLst/>
          </a:prstGeom>
          <a:noFill/>
          <a:ln>
            <a:noFill/>
          </a:ln>
        </p:spPr>
        <p:txBody>
          <a:bodyPr anchorCtr="0" anchor="t" bIns="91425" lIns="91425" rIns="91425" tIns="91425"/>
          <a:lstStyle>
            <a:lvl1pPr lvl="0">
              <a:spcBef>
                <a:spcPts val="0"/>
              </a:spcBef>
              <a:defRPr sz="1100"/>
            </a:lvl1pPr>
            <a:lvl2pPr lvl="1">
              <a:spcBef>
                <a:spcPts val="0"/>
              </a:spcBef>
              <a:defRPr sz="1100"/>
            </a:lvl2pPr>
            <a:lvl3pPr lvl="2">
              <a:spcBef>
                <a:spcPts val="0"/>
              </a:spcBef>
              <a:defRPr sz="1100"/>
            </a:lvl3pPr>
            <a:lvl4pPr lvl="3">
              <a:spcBef>
                <a:spcPts val="0"/>
              </a:spcBef>
              <a:defRPr sz="1100"/>
            </a:lvl4pPr>
            <a:lvl5pPr lvl="4">
              <a:spcBef>
                <a:spcPts val="0"/>
              </a:spcBef>
              <a:defRPr sz="1100"/>
            </a:lvl5pPr>
            <a:lvl6pPr lvl="5">
              <a:spcBef>
                <a:spcPts val="0"/>
              </a:spcBef>
              <a:defRPr sz="1100"/>
            </a:lvl6pPr>
            <a:lvl7pPr lvl="6">
              <a:spcBef>
                <a:spcPts val="0"/>
              </a:spcBef>
              <a:defRPr sz="1100"/>
            </a:lvl7pPr>
            <a:lvl8pPr lvl="7">
              <a:spcBef>
                <a:spcPts val="0"/>
              </a:spcBef>
              <a:defRPr sz="1100"/>
            </a:lvl8pPr>
            <a:lvl9pPr lvl="8">
              <a:spcBef>
                <a:spcPts val="0"/>
              </a:spcBef>
              <a:defRPr sz="1100"/>
            </a:lvl9pPr>
          </a:lstStyle>
          <a:p/>
        </p:txBody>
      </p:sp>
    </p:spTree>
  </p:cSld>
  <p:clrMap accent1="accent1" accent2="accent2" accent3="accent3" accent4="accent4" accent5="accent5" accent6="accent6" bg1="lt1" bg2="dk2" tx1="dk1" tx2="lt2" folHlink="folHlink" hlink="hlink"/>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78" name="Shape 78"/>
        <p:cNvGrpSpPr/>
        <p:nvPr/>
      </p:nvGrpSpPr>
      <p:grpSpPr>
        <a:xfrm>
          <a:off x="0" y="0"/>
          <a:ext cx="0" cy="0"/>
          <a:chOff x="0" y="0"/>
          <a:chExt cx="0" cy="0"/>
        </a:xfrm>
      </p:grpSpPr>
      <p:sp>
        <p:nvSpPr>
          <p:cNvPr id="79" name="Shape 79"/>
          <p:cNvSpPr txBox="1"/>
          <p:nvPr>
            <p:ph idx="1" type="body"/>
          </p:nvPr>
        </p:nvSpPr>
        <p:spPr>
          <a:xfrm>
            <a:off x="685800" y="4343400"/>
            <a:ext cx="5486400" cy="4114800"/>
          </a:xfrm>
          <a:prstGeom prst="rect">
            <a:avLst/>
          </a:prstGeom>
          <a:noFill/>
          <a:ln>
            <a:noFill/>
          </a:ln>
        </p:spPr>
        <p:txBody>
          <a:bodyPr anchorCtr="0" anchor="ctr" bIns="91425" lIns="91425" rIns="91425" tIns="91425">
            <a:noAutofit/>
          </a:bodyPr>
          <a:lstStyle/>
          <a:p>
            <a:pPr indent="0" lvl="0" marL="0" marR="0" rtl="0" algn="l">
              <a:spcBef>
                <a:spcPts val="0"/>
              </a:spcBef>
              <a:buClr>
                <a:schemeClr val="dk1"/>
              </a:buClr>
              <a:buFont typeface="Arial"/>
              <a:buNone/>
            </a:pPr>
            <a:r>
              <a:t/>
            </a:r>
            <a:endParaRPr b="0" i="0" sz="1200" u="none" cap="none" strike="noStrike">
              <a:solidFill>
                <a:schemeClr val="dk1"/>
              </a:solidFill>
              <a:latin typeface="Arial"/>
              <a:ea typeface="Arial"/>
              <a:cs typeface="Arial"/>
              <a:sym typeface="Arial"/>
            </a:endParaRPr>
          </a:p>
        </p:txBody>
      </p:sp>
      <p:sp>
        <p:nvSpPr>
          <p:cNvPr id="80" name="Shape 80"/>
          <p:cNvSpPr/>
          <p:nvPr>
            <p:ph idx="2" type="sldImg"/>
          </p:nvPr>
        </p:nvSpPr>
        <p:spPr>
          <a:xfrm>
            <a:off x="381000" y="685800"/>
            <a:ext cx="6096000" cy="3429000"/>
          </a:xfrm>
          <a:custGeom>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med" w="med" type="none"/>
            <a:tailEnd len="med" w="med"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84" name="Shape 84"/>
        <p:cNvGrpSpPr/>
        <p:nvPr/>
      </p:nvGrpSpPr>
      <p:grpSpPr>
        <a:xfrm>
          <a:off x="0" y="0"/>
          <a:ext cx="0" cy="0"/>
          <a:chOff x="0" y="0"/>
          <a:chExt cx="0" cy="0"/>
        </a:xfrm>
      </p:grpSpPr>
      <p:sp>
        <p:nvSpPr>
          <p:cNvPr id="85" name="Shape 85"/>
          <p:cNvSpPr/>
          <p:nvPr>
            <p:ph idx="2" type="sldImg"/>
          </p:nvPr>
        </p:nvSpPr>
        <p:spPr>
          <a:xfrm>
            <a:off x="381000" y="685800"/>
            <a:ext cx="6096000" cy="3429000"/>
          </a:xfrm>
          <a:custGeom>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med" w="med" type="none"/>
            <a:tailEnd len="med" w="med" type="none"/>
          </a:ln>
        </p:spPr>
      </p:sp>
      <p:sp>
        <p:nvSpPr>
          <p:cNvPr id="86" name="Shape 86"/>
          <p:cNvSpPr txBox="1"/>
          <p:nvPr>
            <p:ph idx="1" type="body"/>
          </p:nvPr>
        </p:nvSpPr>
        <p:spPr>
          <a:xfrm>
            <a:off x="685800" y="4343400"/>
            <a:ext cx="5486400" cy="4114800"/>
          </a:xfrm>
          <a:prstGeom prst="rect">
            <a:avLst/>
          </a:prstGeom>
          <a:noFill/>
          <a:ln>
            <a:noFill/>
          </a:ln>
        </p:spPr>
        <p:txBody>
          <a:bodyPr anchorCtr="0" anchor="ctr" bIns="91425" lIns="91425" rIns="91425" tIns="91425">
            <a:noAutofit/>
          </a:bodyPr>
          <a:lstStyle/>
          <a:p>
            <a:pPr indent="0" lvl="0" marL="0" marR="0" rtl="0" algn="l">
              <a:spcBef>
                <a:spcPts val="0"/>
              </a:spcBef>
              <a:buClr>
                <a:schemeClr val="dk1"/>
              </a:buClr>
              <a:buFont typeface="Arial"/>
              <a:buNone/>
            </a:pPr>
            <a:r>
              <a:t/>
            </a:r>
            <a:endParaRPr b="0" i="0" sz="1200" u="none" cap="none" strike="noStrike">
              <a:solidFill>
                <a:schemeClr val="dk1"/>
              </a:solidFill>
              <a:latin typeface="Arial"/>
              <a:ea typeface="Arial"/>
              <a:cs typeface="Arial"/>
              <a:sym typeface="Arial"/>
            </a:endParaRPr>
          </a:p>
        </p:txBody>
      </p:sp>
      <p:sp>
        <p:nvSpPr>
          <p:cNvPr id="87" name="Shape 87"/>
          <p:cNvSpPr txBox="1"/>
          <p:nvPr>
            <p:ph idx="12" type="sldNum"/>
          </p:nvPr>
        </p:nvSpPr>
        <p:spPr>
          <a:xfrm>
            <a:off x="3884612" y="8685213"/>
            <a:ext cx="2971799" cy="457200"/>
          </a:xfrm>
          <a:prstGeom prst="rect">
            <a:avLst/>
          </a:prstGeom>
          <a:noFill/>
          <a:ln>
            <a:noFill/>
          </a:ln>
        </p:spPr>
        <p:txBody>
          <a:bodyPr anchorCtr="0" anchor="b" bIns="91425" lIns="91425" rIns="91425" tIns="91425">
            <a:noAutofit/>
          </a:bodyPr>
          <a:lstStyle/>
          <a:p>
            <a:pPr indent="0" lvl="0" marL="0" marR="0" rtl="0" algn="l">
              <a:lnSpc>
                <a:spcPct val="100000"/>
              </a:lnSpc>
              <a:spcBef>
                <a:spcPts val="0"/>
              </a:spcBef>
              <a:spcAft>
                <a:spcPts val="0"/>
              </a:spcAft>
              <a:buClr>
                <a:srgbClr val="000000"/>
              </a:buClr>
              <a:buFont typeface="Arial"/>
              <a:buNone/>
            </a:pPr>
            <a:r>
              <a:t/>
            </a:r>
            <a:endParaRPr b="0" i="0" sz="1400" u="none" cap="none" strike="noStrike">
              <a:solidFill>
                <a:srgbClr val="000000"/>
              </a:solidFill>
              <a:latin typeface="Arial"/>
              <a:ea typeface="Arial"/>
              <a:cs typeface="Arial"/>
              <a:sym typeface="Arial"/>
            </a:endParaRPr>
          </a:p>
          <a:p>
            <a:pPr indent="0" lvl="1" marL="457200" marR="0" rtl="0" algn="l">
              <a:lnSpc>
                <a:spcPct val="100000"/>
              </a:lnSpc>
              <a:spcBef>
                <a:spcPts val="0"/>
              </a:spcBef>
              <a:spcAft>
                <a:spcPts val="0"/>
              </a:spcAft>
              <a:buClr>
                <a:srgbClr val="000000"/>
              </a:buClr>
              <a:buFont typeface="Arial"/>
              <a:buNone/>
            </a:pPr>
            <a:r>
              <a:t/>
            </a:r>
            <a:endParaRPr b="0" i="0" sz="1400" u="none" cap="none" strike="noStrike">
              <a:solidFill>
                <a:srgbClr val="000000"/>
              </a:solidFill>
              <a:latin typeface="Arial"/>
              <a:ea typeface="Arial"/>
              <a:cs typeface="Arial"/>
              <a:sym typeface="Arial"/>
            </a:endParaRPr>
          </a:p>
          <a:p>
            <a:pPr indent="0" lvl="2" marL="914400" marR="0" rtl="0" algn="l">
              <a:lnSpc>
                <a:spcPct val="100000"/>
              </a:lnSpc>
              <a:spcBef>
                <a:spcPts val="0"/>
              </a:spcBef>
              <a:spcAft>
                <a:spcPts val="0"/>
              </a:spcAft>
              <a:buClr>
                <a:srgbClr val="000000"/>
              </a:buClr>
              <a:buFont typeface="Arial"/>
              <a:buNone/>
            </a:pPr>
            <a:r>
              <a:t/>
            </a:r>
            <a:endParaRPr b="0" i="0" sz="1400" u="none" cap="none" strike="noStrike">
              <a:solidFill>
                <a:srgbClr val="000000"/>
              </a:solidFill>
              <a:latin typeface="Arial"/>
              <a:ea typeface="Arial"/>
              <a:cs typeface="Arial"/>
              <a:sym typeface="Arial"/>
            </a:endParaRPr>
          </a:p>
          <a:p>
            <a:pPr indent="0" lvl="3" marL="1371600" marR="0" rtl="0" algn="l">
              <a:lnSpc>
                <a:spcPct val="100000"/>
              </a:lnSpc>
              <a:spcBef>
                <a:spcPts val="0"/>
              </a:spcBef>
              <a:spcAft>
                <a:spcPts val="0"/>
              </a:spcAft>
              <a:buClr>
                <a:srgbClr val="000000"/>
              </a:buClr>
              <a:buFont typeface="Arial"/>
              <a:buNone/>
            </a:pPr>
            <a:r>
              <a:t/>
            </a:r>
            <a:endParaRPr b="0" i="0" sz="1400" u="none" cap="none" strike="noStrike">
              <a:solidFill>
                <a:srgbClr val="000000"/>
              </a:solidFill>
              <a:latin typeface="Arial"/>
              <a:ea typeface="Arial"/>
              <a:cs typeface="Arial"/>
              <a:sym typeface="Arial"/>
            </a:endParaRPr>
          </a:p>
          <a:p>
            <a:pPr indent="0" lvl="4" marL="1828800" marR="0" rtl="0" algn="l">
              <a:lnSpc>
                <a:spcPct val="100000"/>
              </a:lnSpc>
              <a:spcBef>
                <a:spcPts val="0"/>
              </a:spcBef>
              <a:spcAft>
                <a:spcPts val="0"/>
              </a:spcAft>
              <a:buClr>
                <a:srgbClr val="000000"/>
              </a:buClr>
              <a:buFont typeface="Arial"/>
              <a:buNone/>
            </a:pPr>
            <a:r>
              <a:t/>
            </a:r>
            <a:endParaRPr b="0" i="0" sz="1400" u="none" cap="none" strike="noStrike">
              <a:solidFill>
                <a:srgbClr val="000000"/>
              </a:solidFill>
              <a:latin typeface="Arial"/>
              <a:ea typeface="Arial"/>
              <a:cs typeface="Arial"/>
              <a:sym typeface="Arial"/>
            </a:endParaRPr>
          </a:p>
          <a:p>
            <a:pPr indent="0" lvl="5" marL="2286000" marR="0" rtl="0" algn="l">
              <a:lnSpc>
                <a:spcPct val="100000"/>
              </a:lnSpc>
              <a:spcBef>
                <a:spcPts val="0"/>
              </a:spcBef>
              <a:spcAft>
                <a:spcPts val="0"/>
              </a:spcAft>
              <a:buClr>
                <a:srgbClr val="000000"/>
              </a:buClr>
              <a:buFont typeface="Arial"/>
              <a:buNone/>
            </a:pPr>
            <a:r>
              <a:t/>
            </a:r>
            <a:endParaRPr b="0" i="0" sz="1400" u="none" cap="none" strike="noStrike">
              <a:solidFill>
                <a:srgbClr val="000000"/>
              </a:solidFill>
              <a:latin typeface="Arial"/>
              <a:ea typeface="Arial"/>
              <a:cs typeface="Arial"/>
              <a:sym typeface="Arial"/>
            </a:endParaRPr>
          </a:p>
          <a:p>
            <a:pPr indent="0" lvl="6" marL="2743200" marR="0" rtl="0" algn="l">
              <a:lnSpc>
                <a:spcPct val="100000"/>
              </a:lnSpc>
              <a:spcBef>
                <a:spcPts val="0"/>
              </a:spcBef>
              <a:spcAft>
                <a:spcPts val="0"/>
              </a:spcAft>
              <a:buClr>
                <a:srgbClr val="000000"/>
              </a:buClr>
              <a:buFont typeface="Arial"/>
              <a:buNone/>
            </a:pPr>
            <a:r>
              <a:t/>
            </a:r>
            <a:endParaRPr b="0" i="0" sz="1400" u="none" cap="none" strike="noStrike">
              <a:solidFill>
                <a:srgbClr val="000000"/>
              </a:solidFill>
              <a:latin typeface="Arial"/>
              <a:ea typeface="Arial"/>
              <a:cs typeface="Arial"/>
              <a:sym typeface="Arial"/>
            </a:endParaRPr>
          </a:p>
          <a:p>
            <a:pPr indent="0" lvl="7" marL="3200400" marR="0" rtl="0" algn="l">
              <a:lnSpc>
                <a:spcPct val="100000"/>
              </a:lnSpc>
              <a:spcBef>
                <a:spcPts val="0"/>
              </a:spcBef>
              <a:spcAft>
                <a:spcPts val="0"/>
              </a:spcAft>
              <a:buClr>
                <a:srgbClr val="000000"/>
              </a:buClr>
              <a:buFont typeface="Arial"/>
              <a:buNone/>
            </a:pPr>
            <a:r>
              <a:t/>
            </a:r>
            <a:endParaRPr b="0" i="0" sz="1400" u="none" cap="none" strike="noStrike">
              <a:solidFill>
                <a:srgbClr val="000000"/>
              </a:solidFill>
              <a:latin typeface="Arial"/>
              <a:ea typeface="Arial"/>
              <a:cs typeface="Arial"/>
              <a:sym typeface="Arial"/>
            </a:endParaRPr>
          </a:p>
          <a:p>
            <a:pPr indent="0" lvl="8" marL="3657600" marR="0" rtl="0" algn="l">
              <a:lnSpc>
                <a:spcPct val="100000"/>
              </a:lnSpc>
              <a:spcBef>
                <a:spcPts val="0"/>
              </a:spcBef>
              <a:spcAft>
                <a:spcPts val="0"/>
              </a:spcAft>
              <a:buClr>
                <a:srgbClr val="000000"/>
              </a:buClr>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91" name="Shape 91"/>
        <p:cNvGrpSpPr/>
        <p:nvPr/>
      </p:nvGrpSpPr>
      <p:grpSpPr>
        <a:xfrm>
          <a:off x="0" y="0"/>
          <a:ext cx="0" cy="0"/>
          <a:chOff x="0" y="0"/>
          <a:chExt cx="0" cy="0"/>
        </a:xfrm>
      </p:grpSpPr>
      <p:sp>
        <p:nvSpPr>
          <p:cNvPr id="92" name="Shape 92"/>
          <p:cNvSpPr/>
          <p:nvPr>
            <p:ph idx="2" type="sldImg"/>
          </p:nvPr>
        </p:nvSpPr>
        <p:spPr>
          <a:xfrm>
            <a:off x="381000" y="685800"/>
            <a:ext cx="6096000" cy="3429000"/>
          </a:xfrm>
          <a:custGeom>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med" w="med" type="none"/>
            <a:tailEnd len="med" w="med" type="none"/>
          </a:ln>
        </p:spPr>
      </p:sp>
      <p:sp>
        <p:nvSpPr>
          <p:cNvPr id="93" name="Shape 93"/>
          <p:cNvSpPr txBox="1"/>
          <p:nvPr>
            <p:ph idx="1" type="body"/>
          </p:nvPr>
        </p:nvSpPr>
        <p:spPr>
          <a:xfrm>
            <a:off x="685800" y="4343400"/>
            <a:ext cx="5486400" cy="4114800"/>
          </a:xfrm>
          <a:prstGeom prst="rect">
            <a:avLst/>
          </a:prstGeom>
          <a:noFill/>
          <a:ln>
            <a:noFill/>
          </a:ln>
        </p:spPr>
        <p:txBody>
          <a:bodyPr anchorCtr="0" anchor="ctr" bIns="91425" lIns="91425" rIns="91425" tIns="91425">
            <a:noAutofit/>
          </a:bodyPr>
          <a:lstStyle/>
          <a:p>
            <a:pPr indent="0" lvl="0" marL="0" marR="0" rtl="0" algn="l">
              <a:spcBef>
                <a:spcPts val="0"/>
              </a:spcBef>
              <a:buClr>
                <a:schemeClr val="dk1"/>
              </a:buClr>
              <a:buFont typeface="Arial"/>
              <a:buNone/>
            </a:pPr>
            <a:r>
              <a:t/>
            </a:r>
            <a:endParaRPr b="0" i="0" sz="1200" u="none" cap="none" strike="noStrike">
              <a:solidFill>
                <a:schemeClr val="dk1"/>
              </a:solidFill>
              <a:latin typeface="Arial"/>
              <a:ea typeface="Arial"/>
              <a:cs typeface="Arial"/>
              <a:sym typeface="Arial"/>
            </a:endParaRPr>
          </a:p>
        </p:txBody>
      </p:sp>
      <p:sp>
        <p:nvSpPr>
          <p:cNvPr id="94" name="Shape 94"/>
          <p:cNvSpPr txBox="1"/>
          <p:nvPr>
            <p:ph idx="12" type="sldNum"/>
          </p:nvPr>
        </p:nvSpPr>
        <p:spPr>
          <a:xfrm>
            <a:off x="3884612" y="8685213"/>
            <a:ext cx="2971799" cy="457200"/>
          </a:xfrm>
          <a:prstGeom prst="rect">
            <a:avLst/>
          </a:prstGeom>
          <a:noFill/>
          <a:ln>
            <a:noFill/>
          </a:ln>
        </p:spPr>
        <p:txBody>
          <a:bodyPr anchorCtr="0" anchor="b" bIns="91425" lIns="91425" rIns="91425" tIns="91425">
            <a:noAutofit/>
          </a:bodyPr>
          <a:lstStyle/>
          <a:p>
            <a:pPr indent="0" lvl="0" marL="0" marR="0" rtl="0" algn="l">
              <a:lnSpc>
                <a:spcPct val="100000"/>
              </a:lnSpc>
              <a:spcBef>
                <a:spcPts val="0"/>
              </a:spcBef>
              <a:spcAft>
                <a:spcPts val="0"/>
              </a:spcAft>
              <a:buClr>
                <a:srgbClr val="000000"/>
              </a:buClr>
              <a:buFont typeface="Arial"/>
              <a:buNone/>
            </a:pPr>
            <a:r>
              <a:t/>
            </a:r>
            <a:endParaRPr b="0" i="0" sz="1400" u="none" cap="none" strike="noStrike">
              <a:solidFill>
                <a:srgbClr val="000000"/>
              </a:solidFill>
              <a:latin typeface="Arial"/>
              <a:ea typeface="Arial"/>
              <a:cs typeface="Arial"/>
              <a:sym typeface="Arial"/>
            </a:endParaRPr>
          </a:p>
          <a:p>
            <a:pPr indent="0" lvl="1" marL="457200" marR="0" rtl="0" algn="l">
              <a:lnSpc>
                <a:spcPct val="100000"/>
              </a:lnSpc>
              <a:spcBef>
                <a:spcPts val="0"/>
              </a:spcBef>
              <a:spcAft>
                <a:spcPts val="0"/>
              </a:spcAft>
              <a:buClr>
                <a:srgbClr val="000000"/>
              </a:buClr>
              <a:buFont typeface="Arial"/>
              <a:buNone/>
            </a:pPr>
            <a:r>
              <a:t/>
            </a:r>
            <a:endParaRPr b="0" i="0" sz="1400" u="none" cap="none" strike="noStrike">
              <a:solidFill>
                <a:srgbClr val="000000"/>
              </a:solidFill>
              <a:latin typeface="Arial"/>
              <a:ea typeface="Arial"/>
              <a:cs typeface="Arial"/>
              <a:sym typeface="Arial"/>
            </a:endParaRPr>
          </a:p>
          <a:p>
            <a:pPr indent="0" lvl="2" marL="914400" marR="0" rtl="0" algn="l">
              <a:lnSpc>
                <a:spcPct val="100000"/>
              </a:lnSpc>
              <a:spcBef>
                <a:spcPts val="0"/>
              </a:spcBef>
              <a:spcAft>
                <a:spcPts val="0"/>
              </a:spcAft>
              <a:buClr>
                <a:srgbClr val="000000"/>
              </a:buClr>
              <a:buFont typeface="Arial"/>
              <a:buNone/>
            </a:pPr>
            <a:r>
              <a:t/>
            </a:r>
            <a:endParaRPr b="0" i="0" sz="1400" u="none" cap="none" strike="noStrike">
              <a:solidFill>
                <a:srgbClr val="000000"/>
              </a:solidFill>
              <a:latin typeface="Arial"/>
              <a:ea typeface="Arial"/>
              <a:cs typeface="Arial"/>
              <a:sym typeface="Arial"/>
            </a:endParaRPr>
          </a:p>
          <a:p>
            <a:pPr indent="0" lvl="3" marL="1371600" marR="0" rtl="0" algn="l">
              <a:lnSpc>
                <a:spcPct val="100000"/>
              </a:lnSpc>
              <a:spcBef>
                <a:spcPts val="0"/>
              </a:spcBef>
              <a:spcAft>
                <a:spcPts val="0"/>
              </a:spcAft>
              <a:buClr>
                <a:srgbClr val="000000"/>
              </a:buClr>
              <a:buFont typeface="Arial"/>
              <a:buNone/>
            </a:pPr>
            <a:r>
              <a:t/>
            </a:r>
            <a:endParaRPr b="0" i="0" sz="1400" u="none" cap="none" strike="noStrike">
              <a:solidFill>
                <a:srgbClr val="000000"/>
              </a:solidFill>
              <a:latin typeface="Arial"/>
              <a:ea typeface="Arial"/>
              <a:cs typeface="Arial"/>
              <a:sym typeface="Arial"/>
            </a:endParaRPr>
          </a:p>
          <a:p>
            <a:pPr indent="0" lvl="4" marL="1828800" marR="0" rtl="0" algn="l">
              <a:lnSpc>
                <a:spcPct val="100000"/>
              </a:lnSpc>
              <a:spcBef>
                <a:spcPts val="0"/>
              </a:spcBef>
              <a:spcAft>
                <a:spcPts val="0"/>
              </a:spcAft>
              <a:buClr>
                <a:srgbClr val="000000"/>
              </a:buClr>
              <a:buFont typeface="Arial"/>
              <a:buNone/>
            </a:pPr>
            <a:r>
              <a:t/>
            </a:r>
            <a:endParaRPr b="0" i="0" sz="1400" u="none" cap="none" strike="noStrike">
              <a:solidFill>
                <a:srgbClr val="000000"/>
              </a:solidFill>
              <a:latin typeface="Arial"/>
              <a:ea typeface="Arial"/>
              <a:cs typeface="Arial"/>
              <a:sym typeface="Arial"/>
            </a:endParaRPr>
          </a:p>
          <a:p>
            <a:pPr indent="0" lvl="5" marL="2286000" marR="0" rtl="0" algn="l">
              <a:lnSpc>
                <a:spcPct val="100000"/>
              </a:lnSpc>
              <a:spcBef>
                <a:spcPts val="0"/>
              </a:spcBef>
              <a:spcAft>
                <a:spcPts val="0"/>
              </a:spcAft>
              <a:buClr>
                <a:srgbClr val="000000"/>
              </a:buClr>
              <a:buFont typeface="Arial"/>
              <a:buNone/>
            </a:pPr>
            <a:r>
              <a:t/>
            </a:r>
            <a:endParaRPr b="0" i="0" sz="1400" u="none" cap="none" strike="noStrike">
              <a:solidFill>
                <a:srgbClr val="000000"/>
              </a:solidFill>
              <a:latin typeface="Arial"/>
              <a:ea typeface="Arial"/>
              <a:cs typeface="Arial"/>
              <a:sym typeface="Arial"/>
            </a:endParaRPr>
          </a:p>
          <a:p>
            <a:pPr indent="0" lvl="6" marL="2743200" marR="0" rtl="0" algn="l">
              <a:lnSpc>
                <a:spcPct val="100000"/>
              </a:lnSpc>
              <a:spcBef>
                <a:spcPts val="0"/>
              </a:spcBef>
              <a:spcAft>
                <a:spcPts val="0"/>
              </a:spcAft>
              <a:buClr>
                <a:srgbClr val="000000"/>
              </a:buClr>
              <a:buFont typeface="Arial"/>
              <a:buNone/>
            </a:pPr>
            <a:r>
              <a:t/>
            </a:r>
            <a:endParaRPr b="0" i="0" sz="1400" u="none" cap="none" strike="noStrike">
              <a:solidFill>
                <a:srgbClr val="000000"/>
              </a:solidFill>
              <a:latin typeface="Arial"/>
              <a:ea typeface="Arial"/>
              <a:cs typeface="Arial"/>
              <a:sym typeface="Arial"/>
            </a:endParaRPr>
          </a:p>
          <a:p>
            <a:pPr indent="0" lvl="7" marL="3200400" marR="0" rtl="0" algn="l">
              <a:lnSpc>
                <a:spcPct val="100000"/>
              </a:lnSpc>
              <a:spcBef>
                <a:spcPts val="0"/>
              </a:spcBef>
              <a:spcAft>
                <a:spcPts val="0"/>
              </a:spcAft>
              <a:buClr>
                <a:srgbClr val="000000"/>
              </a:buClr>
              <a:buFont typeface="Arial"/>
              <a:buNone/>
            </a:pPr>
            <a:r>
              <a:t/>
            </a:r>
            <a:endParaRPr b="0" i="0" sz="1400" u="none" cap="none" strike="noStrike">
              <a:solidFill>
                <a:srgbClr val="000000"/>
              </a:solidFill>
              <a:latin typeface="Arial"/>
              <a:ea typeface="Arial"/>
              <a:cs typeface="Arial"/>
              <a:sym typeface="Arial"/>
            </a:endParaRPr>
          </a:p>
          <a:p>
            <a:pPr indent="0" lvl="8" marL="3657600" marR="0" rtl="0" algn="l">
              <a:lnSpc>
                <a:spcPct val="100000"/>
              </a:lnSpc>
              <a:spcBef>
                <a:spcPts val="0"/>
              </a:spcBef>
              <a:spcAft>
                <a:spcPts val="0"/>
              </a:spcAft>
              <a:buClr>
                <a:srgbClr val="000000"/>
              </a:buClr>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98" name="Shape 98"/>
        <p:cNvGrpSpPr/>
        <p:nvPr/>
      </p:nvGrpSpPr>
      <p:grpSpPr>
        <a:xfrm>
          <a:off x="0" y="0"/>
          <a:ext cx="0" cy="0"/>
          <a:chOff x="0" y="0"/>
          <a:chExt cx="0" cy="0"/>
        </a:xfrm>
      </p:grpSpPr>
      <p:sp>
        <p:nvSpPr>
          <p:cNvPr id="99" name="Shape 99"/>
          <p:cNvSpPr/>
          <p:nvPr>
            <p:ph idx="2" type="sldImg"/>
          </p:nvPr>
        </p:nvSpPr>
        <p:spPr>
          <a:xfrm>
            <a:off x="381300" y="685800"/>
            <a:ext cx="6096075" cy="3429000"/>
          </a:xfrm>
          <a:custGeom>
            <a:pathLst>
              <a:path extrusionOk="0" h="120000" w="120000">
                <a:moveTo>
                  <a:pt x="0" y="0"/>
                </a:moveTo>
                <a:lnTo>
                  <a:pt x="120000" y="0"/>
                </a:lnTo>
                <a:lnTo>
                  <a:pt x="120000" y="120000"/>
                </a:lnTo>
                <a:lnTo>
                  <a:pt x="0" y="120000"/>
                </a:lnTo>
                <a:close/>
              </a:path>
            </a:pathLst>
          </a:custGeom>
        </p:spPr>
      </p:sp>
      <p:sp>
        <p:nvSpPr>
          <p:cNvPr id="100" name="Shape 100"/>
          <p:cNvSpPr txBox="1"/>
          <p:nvPr>
            <p:ph idx="1" type="body"/>
          </p:nvPr>
        </p:nvSpPr>
        <p:spPr>
          <a:xfrm>
            <a:off x="685800" y="4343400"/>
            <a:ext cx="5486400" cy="4114800"/>
          </a:xfrm>
          <a:prstGeom prst="rect">
            <a:avLst/>
          </a:prstGeom>
        </p:spPr>
        <p:txBody>
          <a:bodyPr anchorCtr="0" anchor="t" bIns="91425" lIns="91425" rIns="91425" tIns="91425">
            <a:noAutofit/>
          </a:bodyPr>
          <a:lstStyle/>
          <a:p>
            <a:pPr lvl="0">
              <a:spcBef>
                <a:spcPts val="0"/>
              </a:spcBef>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04" name="Shape 104"/>
        <p:cNvGrpSpPr/>
        <p:nvPr/>
      </p:nvGrpSpPr>
      <p:grpSpPr>
        <a:xfrm>
          <a:off x="0" y="0"/>
          <a:ext cx="0" cy="0"/>
          <a:chOff x="0" y="0"/>
          <a:chExt cx="0" cy="0"/>
        </a:xfrm>
      </p:grpSpPr>
      <p:sp>
        <p:nvSpPr>
          <p:cNvPr id="105" name="Shape 105"/>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06" name="Shape 106"/>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10" name="Shape 110"/>
        <p:cNvGrpSpPr/>
        <p:nvPr/>
      </p:nvGrpSpPr>
      <p:grpSpPr>
        <a:xfrm>
          <a:off x="0" y="0"/>
          <a:ext cx="0" cy="0"/>
          <a:chOff x="0" y="0"/>
          <a:chExt cx="0" cy="0"/>
        </a:xfrm>
      </p:grpSpPr>
      <p:sp>
        <p:nvSpPr>
          <p:cNvPr id="111" name="Shape 111"/>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12" name="Shape 112"/>
          <p:cNvSpPr txBox="1"/>
          <p:nvPr>
            <p:ph idx="1" type="body"/>
          </p:nvPr>
        </p:nvSpPr>
        <p:spPr>
          <a:xfrm>
            <a:off x="685800" y="4343400"/>
            <a:ext cx="5486400" cy="4114800"/>
          </a:xfrm>
          <a:prstGeom prst="rect">
            <a:avLst/>
          </a:prstGeom>
        </p:spPr>
        <p:txBody>
          <a:bodyPr anchorCtr="0" anchor="t" bIns="91425" lIns="91425" rIns="91425" tIns="91425">
            <a:noAutofit/>
          </a:bodyPr>
          <a:lstStyle/>
          <a:p>
            <a:pPr lvl="0">
              <a:spcBef>
                <a:spcPts val="0"/>
              </a:spcBef>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16" name="Shape 116"/>
        <p:cNvGrpSpPr/>
        <p:nvPr/>
      </p:nvGrpSpPr>
      <p:grpSpPr>
        <a:xfrm>
          <a:off x="0" y="0"/>
          <a:ext cx="0" cy="0"/>
          <a:chOff x="0" y="0"/>
          <a:chExt cx="0" cy="0"/>
        </a:xfrm>
      </p:grpSpPr>
      <p:sp>
        <p:nvSpPr>
          <p:cNvPr id="117" name="Shape 117"/>
          <p:cNvSpPr txBox="1"/>
          <p:nvPr>
            <p:ph idx="1" type="body"/>
          </p:nvPr>
        </p:nvSpPr>
        <p:spPr>
          <a:xfrm>
            <a:off x="685800" y="4343400"/>
            <a:ext cx="5486400" cy="4114800"/>
          </a:xfrm>
          <a:prstGeom prst="rect">
            <a:avLst/>
          </a:prstGeom>
          <a:noFill/>
          <a:ln>
            <a:noFill/>
          </a:ln>
        </p:spPr>
        <p:txBody>
          <a:bodyPr anchorCtr="0" anchor="ctr" bIns="91425" lIns="91425" rIns="91425" tIns="91425">
            <a:noAutofit/>
          </a:bodyPr>
          <a:lstStyle/>
          <a:p>
            <a:pPr lvl="0" rtl="0">
              <a:spcBef>
                <a:spcPts val="0"/>
              </a:spcBef>
              <a:buNone/>
            </a:pPr>
            <a:r>
              <a:t/>
            </a:r>
            <a:endParaRPr/>
          </a:p>
        </p:txBody>
      </p:sp>
      <p:sp>
        <p:nvSpPr>
          <p:cNvPr id="118" name="Shape 118"/>
          <p:cNvSpPr/>
          <p:nvPr>
            <p:ph idx="2" type="sldImg"/>
          </p:nvPr>
        </p:nvSpPr>
        <p:spPr>
          <a:xfrm>
            <a:off x="380999" y="685800"/>
            <a:ext cx="6096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22" name="Shape 122"/>
        <p:cNvGrpSpPr/>
        <p:nvPr/>
      </p:nvGrpSpPr>
      <p:grpSpPr>
        <a:xfrm>
          <a:off x="0" y="0"/>
          <a:ext cx="0" cy="0"/>
          <a:chOff x="0" y="0"/>
          <a:chExt cx="0" cy="0"/>
        </a:xfrm>
      </p:grpSpPr>
      <p:sp>
        <p:nvSpPr>
          <p:cNvPr id="123" name="Shape 123"/>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24" name="Shape 124"/>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28" name="Shape 128"/>
        <p:cNvGrpSpPr/>
        <p:nvPr/>
      </p:nvGrpSpPr>
      <p:grpSpPr>
        <a:xfrm>
          <a:off x="0" y="0"/>
          <a:ext cx="0" cy="0"/>
          <a:chOff x="0" y="0"/>
          <a:chExt cx="0" cy="0"/>
        </a:xfrm>
      </p:grpSpPr>
      <p:sp>
        <p:nvSpPr>
          <p:cNvPr id="129" name="Shape 129"/>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30" name="Shape 130"/>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34" name="Shape 134"/>
        <p:cNvGrpSpPr/>
        <p:nvPr/>
      </p:nvGrpSpPr>
      <p:grpSpPr>
        <a:xfrm>
          <a:off x="0" y="0"/>
          <a:ext cx="0" cy="0"/>
          <a:chOff x="0" y="0"/>
          <a:chExt cx="0" cy="0"/>
        </a:xfrm>
      </p:grpSpPr>
      <p:sp>
        <p:nvSpPr>
          <p:cNvPr id="135" name="Shape 135"/>
          <p:cNvSpPr/>
          <p:nvPr>
            <p:ph idx="2" type="sldImg"/>
          </p:nvPr>
        </p:nvSpPr>
        <p:spPr>
          <a:xfrm>
            <a:off x="381000" y="685800"/>
            <a:ext cx="6096000" cy="3429000"/>
          </a:xfrm>
          <a:custGeom>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med" w="med" type="none"/>
            <a:tailEnd len="med" w="med" type="none"/>
          </a:ln>
        </p:spPr>
      </p:sp>
      <p:sp>
        <p:nvSpPr>
          <p:cNvPr id="136" name="Shape 136"/>
          <p:cNvSpPr txBox="1"/>
          <p:nvPr>
            <p:ph idx="1" type="body"/>
          </p:nvPr>
        </p:nvSpPr>
        <p:spPr>
          <a:xfrm>
            <a:off x="685800" y="4343400"/>
            <a:ext cx="5486400" cy="4114800"/>
          </a:xfrm>
          <a:prstGeom prst="rect">
            <a:avLst/>
          </a:prstGeom>
          <a:noFill/>
          <a:ln>
            <a:noFill/>
          </a:ln>
        </p:spPr>
        <p:txBody>
          <a:bodyPr anchorCtr="0" anchor="ctr" bIns="91425" lIns="91425" rIns="91425" tIns="91425">
            <a:noAutofit/>
          </a:bodyPr>
          <a:lstStyle/>
          <a:p>
            <a:pPr indent="0" lvl="0" marL="0" marR="0" rtl="0" algn="l">
              <a:spcBef>
                <a:spcPts val="0"/>
              </a:spcBef>
              <a:buClr>
                <a:schemeClr val="dk1"/>
              </a:buClr>
              <a:buFont typeface="Arial"/>
              <a:buNone/>
            </a:pPr>
            <a:r>
              <a:t/>
            </a:r>
            <a:endParaRPr b="0" i="0" sz="1200" u="none" cap="none" strike="noStrike">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itle">
  <p:cSld name="Title slide">
    <p:spTree>
      <p:nvGrpSpPr>
        <p:cNvPr id="9" name="Shape 9"/>
        <p:cNvGrpSpPr/>
        <p:nvPr/>
      </p:nvGrpSpPr>
      <p:grpSpPr>
        <a:xfrm>
          <a:off x="0" y="0"/>
          <a:ext cx="0" cy="0"/>
          <a:chOff x="0" y="0"/>
          <a:chExt cx="0" cy="0"/>
        </a:xfrm>
      </p:grpSpPr>
      <p:sp>
        <p:nvSpPr>
          <p:cNvPr id="10" name="Shape 10"/>
          <p:cNvSpPr txBox="1"/>
          <p:nvPr>
            <p:ph type="ctrTitle"/>
          </p:nvPr>
        </p:nvSpPr>
        <p:spPr>
          <a:xfrm>
            <a:off x="311708" y="744575"/>
            <a:ext cx="8520600" cy="2052600"/>
          </a:xfrm>
          <a:prstGeom prst="rect">
            <a:avLst/>
          </a:prstGeom>
        </p:spPr>
        <p:txBody>
          <a:bodyPr anchorCtr="0" anchor="b" bIns="91425" lIns="91425" rIns="91425" tIns="91425"/>
          <a:lstStyle>
            <a:lvl1pPr lvl="0" algn="ctr">
              <a:spcBef>
                <a:spcPts val="0"/>
              </a:spcBef>
              <a:buSzPct val="100000"/>
              <a:defRPr sz="5200"/>
            </a:lvl1pPr>
            <a:lvl2pPr lvl="1" algn="ctr">
              <a:spcBef>
                <a:spcPts val="0"/>
              </a:spcBef>
              <a:buSzPct val="100000"/>
              <a:defRPr sz="5200"/>
            </a:lvl2pPr>
            <a:lvl3pPr lvl="2" algn="ctr">
              <a:spcBef>
                <a:spcPts val="0"/>
              </a:spcBef>
              <a:buSzPct val="100000"/>
              <a:defRPr sz="5200"/>
            </a:lvl3pPr>
            <a:lvl4pPr lvl="3" algn="ctr">
              <a:spcBef>
                <a:spcPts val="0"/>
              </a:spcBef>
              <a:buSzPct val="100000"/>
              <a:defRPr sz="5200"/>
            </a:lvl4pPr>
            <a:lvl5pPr lvl="4" algn="ctr">
              <a:spcBef>
                <a:spcPts val="0"/>
              </a:spcBef>
              <a:buSzPct val="100000"/>
              <a:defRPr sz="5200"/>
            </a:lvl5pPr>
            <a:lvl6pPr lvl="5" algn="ctr">
              <a:spcBef>
                <a:spcPts val="0"/>
              </a:spcBef>
              <a:buSzPct val="100000"/>
              <a:defRPr sz="5200"/>
            </a:lvl6pPr>
            <a:lvl7pPr lvl="6" algn="ctr">
              <a:spcBef>
                <a:spcPts val="0"/>
              </a:spcBef>
              <a:buSzPct val="100000"/>
              <a:defRPr sz="5200"/>
            </a:lvl7pPr>
            <a:lvl8pPr lvl="7" algn="ctr">
              <a:spcBef>
                <a:spcPts val="0"/>
              </a:spcBef>
              <a:buSzPct val="100000"/>
              <a:defRPr sz="5200"/>
            </a:lvl8pPr>
            <a:lvl9pPr lvl="8" algn="ctr">
              <a:spcBef>
                <a:spcPts val="0"/>
              </a:spcBef>
              <a:buSzPct val="100000"/>
              <a:defRPr sz="5200"/>
            </a:lvl9pPr>
          </a:lstStyle>
          <a:p/>
        </p:txBody>
      </p:sp>
      <p:sp>
        <p:nvSpPr>
          <p:cNvPr id="11" name="Shape 11"/>
          <p:cNvSpPr txBox="1"/>
          <p:nvPr>
            <p:ph idx="1" type="subTitle"/>
          </p:nvPr>
        </p:nvSpPr>
        <p:spPr>
          <a:xfrm>
            <a:off x="311700" y="2834125"/>
            <a:ext cx="8520600" cy="792600"/>
          </a:xfrm>
          <a:prstGeom prst="rect">
            <a:avLst/>
          </a:prstGeom>
        </p:spPr>
        <p:txBody>
          <a:bodyPr anchorCtr="0" anchor="t" bIns="91425" lIns="91425" rIns="91425" tIns="91425"/>
          <a:lstStyle>
            <a:lvl1pPr lvl="0" algn="ctr">
              <a:lnSpc>
                <a:spcPct val="100000"/>
              </a:lnSpc>
              <a:spcBef>
                <a:spcPts val="0"/>
              </a:spcBef>
              <a:spcAft>
                <a:spcPts val="0"/>
              </a:spcAft>
              <a:buSzPct val="100000"/>
              <a:buNone/>
              <a:defRPr sz="2800"/>
            </a:lvl1pPr>
            <a:lvl2pPr lvl="1" algn="ctr">
              <a:lnSpc>
                <a:spcPct val="100000"/>
              </a:lnSpc>
              <a:spcBef>
                <a:spcPts val="0"/>
              </a:spcBef>
              <a:spcAft>
                <a:spcPts val="0"/>
              </a:spcAft>
              <a:buSzPct val="100000"/>
              <a:buNone/>
              <a:defRPr sz="2800"/>
            </a:lvl2pPr>
            <a:lvl3pPr lvl="2" algn="ctr">
              <a:lnSpc>
                <a:spcPct val="100000"/>
              </a:lnSpc>
              <a:spcBef>
                <a:spcPts val="0"/>
              </a:spcBef>
              <a:spcAft>
                <a:spcPts val="0"/>
              </a:spcAft>
              <a:buSzPct val="100000"/>
              <a:buNone/>
              <a:defRPr sz="2800"/>
            </a:lvl3pPr>
            <a:lvl4pPr lvl="3" algn="ctr">
              <a:lnSpc>
                <a:spcPct val="100000"/>
              </a:lnSpc>
              <a:spcBef>
                <a:spcPts val="0"/>
              </a:spcBef>
              <a:spcAft>
                <a:spcPts val="0"/>
              </a:spcAft>
              <a:buSzPct val="100000"/>
              <a:buNone/>
              <a:defRPr sz="2800"/>
            </a:lvl4pPr>
            <a:lvl5pPr lvl="4" algn="ctr">
              <a:lnSpc>
                <a:spcPct val="100000"/>
              </a:lnSpc>
              <a:spcBef>
                <a:spcPts val="0"/>
              </a:spcBef>
              <a:spcAft>
                <a:spcPts val="0"/>
              </a:spcAft>
              <a:buSzPct val="100000"/>
              <a:buNone/>
              <a:defRPr sz="2800"/>
            </a:lvl5pPr>
            <a:lvl6pPr lvl="5" algn="ctr">
              <a:lnSpc>
                <a:spcPct val="100000"/>
              </a:lnSpc>
              <a:spcBef>
                <a:spcPts val="0"/>
              </a:spcBef>
              <a:spcAft>
                <a:spcPts val="0"/>
              </a:spcAft>
              <a:buSzPct val="100000"/>
              <a:buNone/>
              <a:defRPr sz="2800"/>
            </a:lvl6pPr>
            <a:lvl7pPr lvl="6" algn="ctr">
              <a:lnSpc>
                <a:spcPct val="100000"/>
              </a:lnSpc>
              <a:spcBef>
                <a:spcPts val="0"/>
              </a:spcBef>
              <a:spcAft>
                <a:spcPts val="0"/>
              </a:spcAft>
              <a:buSzPct val="100000"/>
              <a:buNone/>
              <a:defRPr sz="2800"/>
            </a:lvl7pPr>
            <a:lvl8pPr lvl="7" algn="ctr">
              <a:lnSpc>
                <a:spcPct val="100000"/>
              </a:lnSpc>
              <a:spcBef>
                <a:spcPts val="0"/>
              </a:spcBef>
              <a:spcAft>
                <a:spcPts val="0"/>
              </a:spcAft>
              <a:buSzPct val="100000"/>
              <a:buNone/>
              <a:defRPr sz="2800"/>
            </a:lvl8pPr>
            <a:lvl9pPr lvl="8" algn="ctr">
              <a:lnSpc>
                <a:spcPct val="100000"/>
              </a:lnSpc>
              <a:spcBef>
                <a:spcPts val="0"/>
              </a:spcBef>
              <a:spcAft>
                <a:spcPts val="0"/>
              </a:spcAft>
              <a:buSzPct val="100000"/>
              <a:buNone/>
              <a:defRPr sz="2800"/>
            </a:lvl9pPr>
          </a:lstStyle>
          <a:p/>
        </p:txBody>
      </p:sp>
      <p:sp>
        <p:nvSpPr>
          <p:cNvPr id="12" name="Shape 12"/>
          <p:cNvSpPr txBox="1"/>
          <p:nvPr>
            <p:ph idx="12" type="sldNum"/>
          </p:nvPr>
        </p:nvSpPr>
        <p:spPr>
          <a:xfrm>
            <a:off x="8472457" y="4663216"/>
            <a:ext cx="548700"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t>‹#›</a:t>
            </a:fl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secHead">
  <p:cSld name="Section header">
    <p:spTree>
      <p:nvGrpSpPr>
        <p:cNvPr id="13" name="Shape 13"/>
        <p:cNvGrpSpPr/>
        <p:nvPr/>
      </p:nvGrpSpPr>
      <p:grpSpPr>
        <a:xfrm>
          <a:off x="0" y="0"/>
          <a:ext cx="0" cy="0"/>
          <a:chOff x="0" y="0"/>
          <a:chExt cx="0" cy="0"/>
        </a:xfrm>
      </p:grpSpPr>
      <p:sp>
        <p:nvSpPr>
          <p:cNvPr id="14" name="Shape 14"/>
          <p:cNvSpPr txBox="1"/>
          <p:nvPr>
            <p:ph type="title"/>
          </p:nvPr>
        </p:nvSpPr>
        <p:spPr>
          <a:xfrm>
            <a:off x="311700" y="2150850"/>
            <a:ext cx="8520600" cy="841800"/>
          </a:xfrm>
          <a:prstGeom prst="rect">
            <a:avLst/>
          </a:prstGeom>
        </p:spPr>
        <p:txBody>
          <a:bodyPr anchorCtr="0" anchor="ctr" bIns="91425" lIns="91425" rIns="91425" tIns="91425"/>
          <a:lstStyle>
            <a:lvl1pPr lvl="0" algn="ctr">
              <a:spcBef>
                <a:spcPts val="0"/>
              </a:spcBef>
              <a:buSzPct val="100000"/>
              <a:defRPr sz="3600"/>
            </a:lvl1pPr>
            <a:lvl2pPr lvl="1" algn="ctr">
              <a:spcBef>
                <a:spcPts val="0"/>
              </a:spcBef>
              <a:buSzPct val="100000"/>
              <a:defRPr sz="3600"/>
            </a:lvl2pPr>
            <a:lvl3pPr lvl="2" algn="ctr">
              <a:spcBef>
                <a:spcPts val="0"/>
              </a:spcBef>
              <a:buSzPct val="100000"/>
              <a:defRPr sz="3600"/>
            </a:lvl3pPr>
            <a:lvl4pPr lvl="3" algn="ctr">
              <a:spcBef>
                <a:spcPts val="0"/>
              </a:spcBef>
              <a:buSzPct val="100000"/>
              <a:defRPr sz="3600"/>
            </a:lvl4pPr>
            <a:lvl5pPr lvl="4" algn="ctr">
              <a:spcBef>
                <a:spcPts val="0"/>
              </a:spcBef>
              <a:buSzPct val="100000"/>
              <a:defRPr sz="3600"/>
            </a:lvl5pPr>
            <a:lvl6pPr lvl="5" algn="ctr">
              <a:spcBef>
                <a:spcPts val="0"/>
              </a:spcBef>
              <a:buSzPct val="100000"/>
              <a:defRPr sz="3600"/>
            </a:lvl6pPr>
            <a:lvl7pPr lvl="6" algn="ctr">
              <a:spcBef>
                <a:spcPts val="0"/>
              </a:spcBef>
              <a:buSzPct val="100000"/>
              <a:defRPr sz="3600"/>
            </a:lvl7pPr>
            <a:lvl8pPr lvl="7" algn="ctr">
              <a:spcBef>
                <a:spcPts val="0"/>
              </a:spcBef>
              <a:buSzPct val="100000"/>
              <a:defRPr sz="3600"/>
            </a:lvl8pPr>
            <a:lvl9pPr lvl="8" algn="ctr">
              <a:spcBef>
                <a:spcPts val="0"/>
              </a:spcBef>
              <a:buSzPct val="100000"/>
              <a:defRPr sz="3600"/>
            </a:lvl9pPr>
          </a:lstStyle>
          <a:p/>
        </p:txBody>
      </p:sp>
      <p:sp>
        <p:nvSpPr>
          <p:cNvPr id="15" name="Shape 15"/>
          <p:cNvSpPr txBox="1"/>
          <p:nvPr>
            <p:ph idx="12" type="sldNum"/>
          </p:nvPr>
        </p:nvSpPr>
        <p:spPr>
          <a:xfrm>
            <a:off x="8472457" y="4663216"/>
            <a:ext cx="548700"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t>‹#›</a:t>
            </a:fl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x">
  <p:cSld name="Title and body">
    <p:spTree>
      <p:nvGrpSpPr>
        <p:cNvPr id="16" name="Shape 16"/>
        <p:cNvGrpSpPr/>
        <p:nvPr/>
      </p:nvGrpSpPr>
      <p:grpSpPr>
        <a:xfrm>
          <a:off x="0" y="0"/>
          <a:ext cx="0" cy="0"/>
          <a:chOff x="0" y="0"/>
          <a:chExt cx="0" cy="0"/>
        </a:xfrm>
      </p:grpSpPr>
      <p:sp>
        <p:nvSpPr>
          <p:cNvPr id="17" name="Shape 17"/>
          <p:cNvSpPr txBox="1"/>
          <p:nvPr>
            <p:ph type="title"/>
          </p:nvPr>
        </p:nvSpPr>
        <p:spPr>
          <a:xfrm>
            <a:off x="311700" y="445025"/>
            <a:ext cx="8520600" cy="572700"/>
          </a:xfrm>
          <a:prstGeom prst="rect">
            <a:avLst/>
          </a:prstGeom>
        </p:spPr>
        <p:txBody>
          <a:bodyPr anchorCtr="0" anchor="t" bIns="91425" lIns="91425" rIns="91425" tIns="91425"/>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p:txBody>
      </p:sp>
      <p:sp>
        <p:nvSpPr>
          <p:cNvPr id="18" name="Shape 18"/>
          <p:cNvSpPr txBox="1"/>
          <p:nvPr>
            <p:ph idx="1" type="body"/>
          </p:nvPr>
        </p:nvSpPr>
        <p:spPr>
          <a:xfrm>
            <a:off x="311700" y="1152475"/>
            <a:ext cx="8520600" cy="3416400"/>
          </a:xfrm>
          <a:prstGeom prst="rect">
            <a:avLst/>
          </a:prstGeom>
        </p:spPr>
        <p:txBody>
          <a:bodyPr anchorCtr="0" anchor="t" bIns="91425" lIns="91425" rIns="91425" tIns="91425"/>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p:txBody>
      </p:sp>
      <p:sp>
        <p:nvSpPr>
          <p:cNvPr id="19" name="Shape 19"/>
          <p:cNvSpPr txBox="1"/>
          <p:nvPr>
            <p:ph idx="12" type="sldNum"/>
          </p:nvPr>
        </p:nvSpPr>
        <p:spPr>
          <a:xfrm>
            <a:off x="8472457" y="4663216"/>
            <a:ext cx="548700"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t>‹#›</a:t>
            </a:fl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woColTx">
  <p:cSld name="Title and two columns">
    <p:spTree>
      <p:nvGrpSpPr>
        <p:cNvPr id="20" name="Shape 20"/>
        <p:cNvGrpSpPr/>
        <p:nvPr/>
      </p:nvGrpSpPr>
      <p:grpSpPr>
        <a:xfrm>
          <a:off x="0" y="0"/>
          <a:ext cx="0" cy="0"/>
          <a:chOff x="0" y="0"/>
          <a:chExt cx="0" cy="0"/>
        </a:xfrm>
      </p:grpSpPr>
      <p:sp>
        <p:nvSpPr>
          <p:cNvPr id="21" name="Shape 21"/>
          <p:cNvSpPr txBox="1"/>
          <p:nvPr>
            <p:ph type="title"/>
          </p:nvPr>
        </p:nvSpPr>
        <p:spPr>
          <a:xfrm>
            <a:off x="311700" y="445025"/>
            <a:ext cx="8520600" cy="572700"/>
          </a:xfrm>
          <a:prstGeom prst="rect">
            <a:avLst/>
          </a:prstGeom>
        </p:spPr>
        <p:txBody>
          <a:bodyPr anchorCtr="0" anchor="t" bIns="91425" lIns="91425" rIns="91425" tIns="91425"/>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p:txBody>
      </p:sp>
      <p:sp>
        <p:nvSpPr>
          <p:cNvPr id="22" name="Shape 22"/>
          <p:cNvSpPr txBox="1"/>
          <p:nvPr>
            <p:ph idx="1" type="body"/>
          </p:nvPr>
        </p:nvSpPr>
        <p:spPr>
          <a:xfrm>
            <a:off x="311700" y="1152475"/>
            <a:ext cx="3999900" cy="3416400"/>
          </a:xfrm>
          <a:prstGeom prst="rect">
            <a:avLst/>
          </a:prstGeom>
        </p:spPr>
        <p:txBody>
          <a:bodyPr anchorCtr="0" anchor="t" bIns="91425" lIns="91425" rIns="91425" tIns="91425"/>
          <a:lstStyle>
            <a:lvl1pPr lvl="0">
              <a:spcBef>
                <a:spcPts val="0"/>
              </a:spcBef>
              <a:buSzPct val="100000"/>
              <a:defRPr sz="1400"/>
            </a:lvl1pPr>
            <a:lvl2pPr lvl="1">
              <a:spcBef>
                <a:spcPts val="0"/>
              </a:spcBef>
              <a:buSzPct val="100000"/>
              <a:defRPr sz="1200"/>
            </a:lvl2pPr>
            <a:lvl3pPr lvl="2">
              <a:spcBef>
                <a:spcPts val="0"/>
              </a:spcBef>
              <a:buSzPct val="100000"/>
              <a:defRPr sz="1200"/>
            </a:lvl3pPr>
            <a:lvl4pPr lvl="3">
              <a:spcBef>
                <a:spcPts val="0"/>
              </a:spcBef>
              <a:buSzPct val="100000"/>
              <a:defRPr sz="1200"/>
            </a:lvl4pPr>
            <a:lvl5pPr lvl="4">
              <a:spcBef>
                <a:spcPts val="0"/>
              </a:spcBef>
              <a:buSzPct val="100000"/>
              <a:defRPr sz="1200"/>
            </a:lvl5pPr>
            <a:lvl6pPr lvl="5">
              <a:spcBef>
                <a:spcPts val="0"/>
              </a:spcBef>
              <a:buSzPct val="100000"/>
              <a:defRPr sz="1200"/>
            </a:lvl6pPr>
            <a:lvl7pPr lvl="6">
              <a:spcBef>
                <a:spcPts val="0"/>
              </a:spcBef>
              <a:buSzPct val="100000"/>
              <a:defRPr sz="1200"/>
            </a:lvl7pPr>
            <a:lvl8pPr lvl="7">
              <a:spcBef>
                <a:spcPts val="0"/>
              </a:spcBef>
              <a:buSzPct val="100000"/>
              <a:defRPr sz="1200"/>
            </a:lvl8pPr>
            <a:lvl9pPr lvl="8">
              <a:spcBef>
                <a:spcPts val="0"/>
              </a:spcBef>
              <a:buSzPct val="100000"/>
              <a:defRPr sz="1200"/>
            </a:lvl9pPr>
          </a:lstStyle>
          <a:p/>
        </p:txBody>
      </p:sp>
      <p:sp>
        <p:nvSpPr>
          <p:cNvPr id="23" name="Shape 23"/>
          <p:cNvSpPr txBox="1"/>
          <p:nvPr>
            <p:ph idx="2" type="body"/>
          </p:nvPr>
        </p:nvSpPr>
        <p:spPr>
          <a:xfrm>
            <a:off x="4832400" y="1152475"/>
            <a:ext cx="3999900" cy="3416400"/>
          </a:xfrm>
          <a:prstGeom prst="rect">
            <a:avLst/>
          </a:prstGeom>
        </p:spPr>
        <p:txBody>
          <a:bodyPr anchorCtr="0" anchor="t" bIns="91425" lIns="91425" rIns="91425" tIns="91425"/>
          <a:lstStyle>
            <a:lvl1pPr lvl="0">
              <a:spcBef>
                <a:spcPts val="0"/>
              </a:spcBef>
              <a:buSzPct val="100000"/>
              <a:defRPr sz="1400"/>
            </a:lvl1pPr>
            <a:lvl2pPr lvl="1">
              <a:spcBef>
                <a:spcPts val="0"/>
              </a:spcBef>
              <a:buSzPct val="100000"/>
              <a:defRPr sz="1200"/>
            </a:lvl2pPr>
            <a:lvl3pPr lvl="2">
              <a:spcBef>
                <a:spcPts val="0"/>
              </a:spcBef>
              <a:buSzPct val="100000"/>
              <a:defRPr sz="1200"/>
            </a:lvl3pPr>
            <a:lvl4pPr lvl="3">
              <a:spcBef>
                <a:spcPts val="0"/>
              </a:spcBef>
              <a:buSzPct val="100000"/>
              <a:defRPr sz="1200"/>
            </a:lvl4pPr>
            <a:lvl5pPr lvl="4">
              <a:spcBef>
                <a:spcPts val="0"/>
              </a:spcBef>
              <a:buSzPct val="100000"/>
              <a:defRPr sz="1200"/>
            </a:lvl5pPr>
            <a:lvl6pPr lvl="5">
              <a:spcBef>
                <a:spcPts val="0"/>
              </a:spcBef>
              <a:buSzPct val="100000"/>
              <a:defRPr sz="1200"/>
            </a:lvl6pPr>
            <a:lvl7pPr lvl="6">
              <a:spcBef>
                <a:spcPts val="0"/>
              </a:spcBef>
              <a:buSzPct val="100000"/>
              <a:defRPr sz="1200"/>
            </a:lvl7pPr>
            <a:lvl8pPr lvl="7">
              <a:spcBef>
                <a:spcPts val="0"/>
              </a:spcBef>
              <a:buSzPct val="100000"/>
              <a:defRPr sz="1200"/>
            </a:lvl8pPr>
            <a:lvl9pPr lvl="8">
              <a:spcBef>
                <a:spcPts val="0"/>
              </a:spcBef>
              <a:buSzPct val="100000"/>
              <a:defRPr sz="1200"/>
            </a:lvl9pPr>
          </a:lstStyle>
          <a:p/>
        </p:txBody>
      </p:sp>
      <p:sp>
        <p:nvSpPr>
          <p:cNvPr id="24" name="Shape 24"/>
          <p:cNvSpPr txBox="1"/>
          <p:nvPr>
            <p:ph idx="12" type="sldNum"/>
          </p:nvPr>
        </p:nvSpPr>
        <p:spPr>
          <a:xfrm>
            <a:off x="8472457" y="4663216"/>
            <a:ext cx="548700"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t>‹#›</a:t>
            </a:fl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itleOnly">
  <p:cSld name="Title only">
    <p:spTree>
      <p:nvGrpSpPr>
        <p:cNvPr id="25" name="Shape 25"/>
        <p:cNvGrpSpPr/>
        <p:nvPr/>
      </p:nvGrpSpPr>
      <p:grpSpPr>
        <a:xfrm>
          <a:off x="0" y="0"/>
          <a:ext cx="0" cy="0"/>
          <a:chOff x="0" y="0"/>
          <a:chExt cx="0" cy="0"/>
        </a:xfrm>
      </p:grpSpPr>
      <p:sp>
        <p:nvSpPr>
          <p:cNvPr id="26" name="Shape 26"/>
          <p:cNvSpPr txBox="1"/>
          <p:nvPr>
            <p:ph type="title"/>
          </p:nvPr>
        </p:nvSpPr>
        <p:spPr>
          <a:xfrm>
            <a:off x="311700" y="445025"/>
            <a:ext cx="8520600" cy="572700"/>
          </a:xfrm>
          <a:prstGeom prst="rect">
            <a:avLst/>
          </a:prstGeom>
        </p:spPr>
        <p:txBody>
          <a:bodyPr anchorCtr="0" anchor="t" bIns="91425" lIns="91425" rIns="91425" tIns="91425"/>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p:txBody>
      </p:sp>
      <p:sp>
        <p:nvSpPr>
          <p:cNvPr id="27" name="Shape 27"/>
          <p:cNvSpPr txBox="1"/>
          <p:nvPr>
            <p:ph idx="12" type="sldNum"/>
          </p:nvPr>
        </p:nvSpPr>
        <p:spPr>
          <a:xfrm>
            <a:off x="8472457" y="4663216"/>
            <a:ext cx="548700"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t>‹#›</a:t>
            </a:fld>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name="One column text">
    <p:spTree>
      <p:nvGrpSpPr>
        <p:cNvPr id="28" name="Shape 28"/>
        <p:cNvGrpSpPr/>
        <p:nvPr/>
      </p:nvGrpSpPr>
      <p:grpSpPr>
        <a:xfrm>
          <a:off x="0" y="0"/>
          <a:ext cx="0" cy="0"/>
          <a:chOff x="0" y="0"/>
          <a:chExt cx="0" cy="0"/>
        </a:xfrm>
      </p:grpSpPr>
      <p:sp>
        <p:nvSpPr>
          <p:cNvPr id="29" name="Shape 29"/>
          <p:cNvSpPr txBox="1"/>
          <p:nvPr>
            <p:ph type="title"/>
          </p:nvPr>
        </p:nvSpPr>
        <p:spPr>
          <a:xfrm>
            <a:off x="311700" y="555600"/>
            <a:ext cx="2808000" cy="755700"/>
          </a:xfrm>
          <a:prstGeom prst="rect">
            <a:avLst/>
          </a:prstGeom>
        </p:spPr>
        <p:txBody>
          <a:bodyPr anchorCtr="0" anchor="b" bIns="91425" lIns="91425" rIns="91425" tIns="91425"/>
          <a:lstStyle>
            <a:lvl1pPr lvl="0">
              <a:spcBef>
                <a:spcPts val="0"/>
              </a:spcBef>
              <a:buSzPct val="100000"/>
              <a:defRPr sz="2400"/>
            </a:lvl1pPr>
            <a:lvl2pPr lvl="1">
              <a:spcBef>
                <a:spcPts val="0"/>
              </a:spcBef>
              <a:buSzPct val="100000"/>
              <a:defRPr sz="2400"/>
            </a:lvl2pPr>
            <a:lvl3pPr lvl="2">
              <a:spcBef>
                <a:spcPts val="0"/>
              </a:spcBef>
              <a:buSzPct val="100000"/>
              <a:defRPr sz="2400"/>
            </a:lvl3pPr>
            <a:lvl4pPr lvl="3">
              <a:spcBef>
                <a:spcPts val="0"/>
              </a:spcBef>
              <a:buSzPct val="100000"/>
              <a:defRPr sz="2400"/>
            </a:lvl4pPr>
            <a:lvl5pPr lvl="4">
              <a:spcBef>
                <a:spcPts val="0"/>
              </a:spcBef>
              <a:buSzPct val="100000"/>
              <a:defRPr sz="2400"/>
            </a:lvl5pPr>
            <a:lvl6pPr lvl="5">
              <a:spcBef>
                <a:spcPts val="0"/>
              </a:spcBef>
              <a:buSzPct val="100000"/>
              <a:defRPr sz="2400"/>
            </a:lvl6pPr>
            <a:lvl7pPr lvl="6">
              <a:spcBef>
                <a:spcPts val="0"/>
              </a:spcBef>
              <a:buSzPct val="100000"/>
              <a:defRPr sz="2400"/>
            </a:lvl7pPr>
            <a:lvl8pPr lvl="7">
              <a:spcBef>
                <a:spcPts val="0"/>
              </a:spcBef>
              <a:buSzPct val="100000"/>
              <a:defRPr sz="2400"/>
            </a:lvl8pPr>
            <a:lvl9pPr lvl="8">
              <a:spcBef>
                <a:spcPts val="0"/>
              </a:spcBef>
              <a:buSzPct val="100000"/>
              <a:defRPr sz="2400"/>
            </a:lvl9pPr>
          </a:lstStyle>
          <a:p/>
        </p:txBody>
      </p:sp>
      <p:sp>
        <p:nvSpPr>
          <p:cNvPr id="30" name="Shape 30"/>
          <p:cNvSpPr txBox="1"/>
          <p:nvPr>
            <p:ph idx="1" type="body"/>
          </p:nvPr>
        </p:nvSpPr>
        <p:spPr>
          <a:xfrm>
            <a:off x="311700" y="1389600"/>
            <a:ext cx="2808000" cy="3179400"/>
          </a:xfrm>
          <a:prstGeom prst="rect">
            <a:avLst/>
          </a:prstGeom>
        </p:spPr>
        <p:txBody>
          <a:bodyPr anchorCtr="0" anchor="t" bIns="91425" lIns="91425" rIns="91425" tIns="91425"/>
          <a:lstStyle>
            <a:lvl1pPr lvl="0">
              <a:spcBef>
                <a:spcPts val="0"/>
              </a:spcBef>
              <a:buSzPct val="100000"/>
              <a:defRPr sz="1200"/>
            </a:lvl1pPr>
            <a:lvl2pPr lvl="1">
              <a:spcBef>
                <a:spcPts val="0"/>
              </a:spcBef>
              <a:buSzPct val="100000"/>
              <a:defRPr sz="1200"/>
            </a:lvl2pPr>
            <a:lvl3pPr lvl="2">
              <a:spcBef>
                <a:spcPts val="0"/>
              </a:spcBef>
              <a:buSzPct val="100000"/>
              <a:defRPr sz="1200"/>
            </a:lvl3pPr>
            <a:lvl4pPr lvl="3">
              <a:spcBef>
                <a:spcPts val="0"/>
              </a:spcBef>
              <a:buSzPct val="100000"/>
              <a:defRPr sz="1200"/>
            </a:lvl4pPr>
            <a:lvl5pPr lvl="4">
              <a:spcBef>
                <a:spcPts val="0"/>
              </a:spcBef>
              <a:buSzPct val="100000"/>
              <a:defRPr sz="1200"/>
            </a:lvl5pPr>
            <a:lvl6pPr lvl="5">
              <a:spcBef>
                <a:spcPts val="0"/>
              </a:spcBef>
              <a:buSzPct val="100000"/>
              <a:defRPr sz="1200"/>
            </a:lvl6pPr>
            <a:lvl7pPr lvl="6">
              <a:spcBef>
                <a:spcPts val="0"/>
              </a:spcBef>
              <a:buSzPct val="100000"/>
              <a:defRPr sz="1200"/>
            </a:lvl7pPr>
            <a:lvl8pPr lvl="7">
              <a:spcBef>
                <a:spcPts val="0"/>
              </a:spcBef>
              <a:buSzPct val="100000"/>
              <a:defRPr sz="1200"/>
            </a:lvl8pPr>
            <a:lvl9pPr lvl="8">
              <a:spcBef>
                <a:spcPts val="0"/>
              </a:spcBef>
              <a:buSzPct val="100000"/>
              <a:defRPr sz="1200"/>
            </a:lvl9pPr>
          </a:lstStyle>
          <a:p/>
        </p:txBody>
      </p:sp>
      <p:sp>
        <p:nvSpPr>
          <p:cNvPr id="31" name="Shape 31"/>
          <p:cNvSpPr txBox="1"/>
          <p:nvPr>
            <p:ph idx="12" type="sldNum"/>
          </p:nvPr>
        </p:nvSpPr>
        <p:spPr>
          <a:xfrm>
            <a:off x="8472457" y="4663216"/>
            <a:ext cx="548700"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t>‹#›</a:t>
            </a:fld>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name="Main point">
    <p:spTree>
      <p:nvGrpSpPr>
        <p:cNvPr id="32" name="Shape 32"/>
        <p:cNvGrpSpPr/>
        <p:nvPr/>
      </p:nvGrpSpPr>
      <p:grpSpPr>
        <a:xfrm>
          <a:off x="0" y="0"/>
          <a:ext cx="0" cy="0"/>
          <a:chOff x="0" y="0"/>
          <a:chExt cx="0" cy="0"/>
        </a:xfrm>
      </p:grpSpPr>
      <p:sp>
        <p:nvSpPr>
          <p:cNvPr id="33" name="Shape 33"/>
          <p:cNvSpPr txBox="1"/>
          <p:nvPr>
            <p:ph type="title"/>
          </p:nvPr>
        </p:nvSpPr>
        <p:spPr>
          <a:xfrm>
            <a:off x="490250" y="450150"/>
            <a:ext cx="6367800" cy="4090800"/>
          </a:xfrm>
          <a:prstGeom prst="rect">
            <a:avLst/>
          </a:prstGeom>
        </p:spPr>
        <p:txBody>
          <a:bodyPr anchorCtr="0" anchor="ctr" bIns="91425" lIns="91425" rIns="91425" tIns="91425"/>
          <a:lstStyle>
            <a:lvl1pPr lvl="0">
              <a:spcBef>
                <a:spcPts val="0"/>
              </a:spcBef>
              <a:buSzPct val="100000"/>
              <a:defRPr sz="4800"/>
            </a:lvl1pPr>
            <a:lvl2pPr lvl="1">
              <a:spcBef>
                <a:spcPts val="0"/>
              </a:spcBef>
              <a:buSzPct val="100000"/>
              <a:defRPr sz="4800"/>
            </a:lvl2pPr>
            <a:lvl3pPr lvl="2">
              <a:spcBef>
                <a:spcPts val="0"/>
              </a:spcBef>
              <a:buSzPct val="100000"/>
              <a:defRPr sz="4800"/>
            </a:lvl3pPr>
            <a:lvl4pPr lvl="3">
              <a:spcBef>
                <a:spcPts val="0"/>
              </a:spcBef>
              <a:buSzPct val="100000"/>
              <a:defRPr sz="4800"/>
            </a:lvl4pPr>
            <a:lvl5pPr lvl="4">
              <a:spcBef>
                <a:spcPts val="0"/>
              </a:spcBef>
              <a:buSzPct val="100000"/>
              <a:defRPr sz="4800"/>
            </a:lvl5pPr>
            <a:lvl6pPr lvl="5">
              <a:spcBef>
                <a:spcPts val="0"/>
              </a:spcBef>
              <a:buSzPct val="100000"/>
              <a:defRPr sz="4800"/>
            </a:lvl6pPr>
            <a:lvl7pPr lvl="6">
              <a:spcBef>
                <a:spcPts val="0"/>
              </a:spcBef>
              <a:buSzPct val="100000"/>
              <a:defRPr sz="4800"/>
            </a:lvl7pPr>
            <a:lvl8pPr lvl="7">
              <a:spcBef>
                <a:spcPts val="0"/>
              </a:spcBef>
              <a:buSzPct val="100000"/>
              <a:defRPr sz="4800"/>
            </a:lvl8pPr>
            <a:lvl9pPr lvl="8">
              <a:spcBef>
                <a:spcPts val="0"/>
              </a:spcBef>
              <a:buSzPct val="100000"/>
              <a:defRPr sz="4800"/>
            </a:lvl9pPr>
          </a:lstStyle>
          <a:p/>
        </p:txBody>
      </p:sp>
      <p:sp>
        <p:nvSpPr>
          <p:cNvPr id="34" name="Shape 34"/>
          <p:cNvSpPr txBox="1"/>
          <p:nvPr>
            <p:ph idx="12" type="sldNum"/>
          </p:nvPr>
        </p:nvSpPr>
        <p:spPr>
          <a:xfrm>
            <a:off x="8472457" y="4663216"/>
            <a:ext cx="548700"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t>‹#›</a:t>
            </a:fld>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name="Section title and description">
    <p:spTree>
      <p:nvGrpSpPr>
        <p:cNvPr id="35" name="Shape 35"/>
        <p:cNvGrpSpPr/>
        <p:nvPr/>
      </p:nvGrpSpPr>
      <p:grpSpPr>
        <a:xfrm>
          <a:off x="0" y="0"/>
          <a:ext cx="0" cy="0"/>
          <a:chOff x="0" y="0"/>
          <a:chExt cx="0" cy="0"/>
        </a:xfrm>
      </p:grpSpPr>
      <p:sp>
        <p:nvSpPr>
          <p:cNvPr id="36" name="Shape 36"/>
          <p:cNvSpPr/>
          <p:nvPr/>
        </p:nvSpPr>
        <p:spPr>
          <a:xfrm>
            <a:off x="4572000" y="-125"/>
            <a:ext cx="4572000" cy="5143500"/>
          </a:xfrm>
          <a:prstGeom prst="rect">
            <a:avLst/>
          </a:prstGeom>
          <a:solidFill>
            <a:schemeClr val="lt2"/>
          </a:solidFill>
          <a:ln>
            <a:noFill/>
          </a:ln>
        </p:spPr>
        <p:txBody>
          <a:bodyPr anchorCtr="0" anchor="ctr" bIns="91425" lIns="91425" rIns="91425" tIns="91425">
            <a:noAutofit/>
          </a:bodyPr>
          <a:lstStyle/>
          <a:p>
            <a:pPr lvl="0">
              <a:spcBef>
                <a:spcPts val="0"/>
              </a:spcBef>
              <a:buNone/>
            </a:pPr>
            <a:r>
              <a:t/>
            </a:r>
            <a:endParaRPr/>
          </a:p>
        </p:txBody>
      </p:sp>
      <p:sp>
        <p:nvSpPr>
          <p:cNvPr id="37" name="Shape 37"/>
          <p:cNvSpPr txBox="1"/>
          <p:nvPr>
            <p:ph type="title"/>
          </p:nvPr>
        </p:nvSpPr>
        <p:spPr>
          <a:xfrm>
            <a:off x="265500" y="1233175"/>
            <a:ext cx="4045200" cy="1482300"/>
          </a:xfrm>
          <a:prstGeom prst="rect">
            <a:avLst/>
          </a:prstGeom>
        </p:spPr>
        <p:txBody>
          <a:bodyPr anchorCtr="0" anchor="b" bIns="91425" lIns="91425" rIns="91425" tIns="91425"/>
          <a:lstStyle>
            <a:lvl1pPr lvl="0" algn="ctr">
              <a:spcBef>
                <a:spcPts val="0"/>
              </a:spcBef>
              <a:buSzPct val="100000"/>
              <a:defRPr sz="4200"/>
            </a:lvl1pPr>
            <a:lvl2pPr lvl="1" algn="ctr">
              <a:spcBef>
                <a:spcPts val="0"/>
              </a:spcBef>
              <a:buSzPct val="100000"/>
              <a:defRPr sz="4200"/>
            </a:lvl2pPr>
            <a:lvl3pPr lvl="2" algn="ctr">
              <a:spcBef>
                <a:spcPts val="0"/>
              </a:spcBef>
              <a:buSzPct val="100000"/>
              <a:defRPr sz="4200"/>
            </a:lvl3pPr>
            <a:lvl4pPr lvl="3" algn="ctr">
              <a:spcBef>
                <a:spcPts val="0"/>
              </a:spcBef>
              <a:buSzPct val="100000"/>
              <a:defRPr sz="4200"/>
            </a:lvl4pPr>
            <a:lvl5pPr lvl="4" algn="ctr">
              <a:spcBef>
                <a:spcPts val="0"/>
              </a:spcBef>
              <a:buSzPct val="100000"/>
              <a:defRPr sz="4200"/>
            </a:lvl5pPr>
            <a:lvl6pPr lvl="5" algn="ctr">
              <a:spcBef>
                <a:spcPts val="0"/>
              </a:spcBef>
              <a:buSzPct val="100000"/>
              <a:defRPr sz="4200"/>
            </a:lvl6pPr>
            <a:lvl7pPr lvl="6" algn="ctr">
              <a:spcBef>
                <a:spcPts val="0"/>
              </a:spcBef>
              <a:buSzPct val="100000"/>
              <a:defRPr sz="4200"/>
            </a:lvl7pPr>
            <a:lvl8pPr lvl="7" algn="ctr">
              <a:spcBef>
                <a:spcPts val="0"/>
              </a:spcBef>
              <a:buSzPct val="100000"/>
              <a:defRPr sz="4200"/>
            </a:lvl8pPr>
            <a:lvl9pPr lvl="8" algn="ctr">
              <a:spcBef>
                <a:spcPts val="0"/>
              </a:spcBef>
              <a:buSzPct val="100000"/>
              <a:defRPr sz="4200"/>
            </a:lvl9pPr>
          </a:lstStyle>
          <a:p/>
        </p:txBody>
      </p:sp>
      <p:sp>
        <p:nvSpPr>
          <p:cNvPr id="38" name="Shape 38"/>
          <p:cNvSpPr txBox="1"/>
          <p:nvPr>
            <p:ph idx="1" type="subTitle"/>
          </p:nvPr>
        </p:nvSpPr>
        <p:spPr>
          <a:xfrm>
            <a:off x="265500" y="2803075"/>
            <a:ext cx="4045200" cy="1235100"/>
          </a:xfrm>
          <a:prstGeom prst="rect">
            <a:avLst/>
          </a:prstGeom>
        </p:spPr>
        <p:txBody>
          <a:bodyPr anchorCtr="0" anchor="t" bIns="91425" lIns="91425" rIns="91425" tIns="91425"/>
          <a:lstStyle>
            <a:lvl1pPr lvl="0" algn="ctr">
              <a:lnSpc>
                <a:spcPct val="100000"/>
              </a:lnSpc>
              <a:spcBef>
                <a:spcPts val="0"/>
              </a:spcBef>
              <a:spcAft>
                <a:spcPts val="0"/>
              </a:spcAft>
              <a:buSzPct val="100000"/>
              <a:buNone/>
              <a:defRPr sz="2100"/>
            </a:lvl1pPr>
            <a:lvl2pPr lvl="1" algn="ctr">
              <a:lnSpc>
                <a:spcPct val="100000"/>
              </a:lnSpc>
              <a:spcBef>
                <a:spcPts val="0"/>
              </a:spcBef>
              <a:spcAft>
                <a:spcPts val="0"/>
              </a:spcAft>
              <a:buSzPct val="100000"/>
              <a:buNone/>
              <a:defRPr sz="2100"/>
            </a:lvl2pPr>
            <a:lvl3pPr lvl="2" algn="ctr">
              <a:lnSpc>
                <a:spcPct val="100000"/>
              </a:lnSpc>
              <a:spcBef>
                <a:spcPts val="0"/>
              </a:spcBef>
              <a:spcAft>
                <a:spcPts val="0"/>
              </a:spcAft>
              <a:buSzPct val="100000"/>
              <a:buNone/>
              <a:defRPr sz="2100"/>
            </a:lvl3pPr>
            <a:lvl4pPr lvl="3" algn="ctr">
              <a:lnSpc>
                <a:spcPct val="100000"/>
              </a:lnSpc>
              <a:spcBef>
                <a:spcPts val="0"/>
              </a:spcBef>
              <a:spcAft>
                <a:spcPts val="0"/>
              </a:spcAft>
              <a:buSzPct val="100000"/>
              <a:buNone/>
              <a:defRPr sz="2100"/>
            </a:lvl4pPr>
            <a:lvl5pPr lvl="4" algn="ctr">
              <a:lnSpc>
                <a:spcPct val="100000"/>
              </a:lnSpc>
              <a:spcBef>
                <a:spcPts val="0"/>
              </a:spcBef>
              <a:spcAft>
                <a:spcPts val="0"/>
              </a:spcAft>
              <a:buSzPct val="100000"/>
              <a:buNone/>
              <a:defRPr sz="2100"/>
            </a:lvl5pPr>
            <a:lvl6pPr lvl="5" algn="ctr">
              <a:lnSpc>
                <a:spcPct val="100000"/>
              </a:lnSpc>
              <a:spcBef>
                <a:spcPts val="0"/>
              </a:spcBef>
              <a:spcAft>
                <a:spcPts val="0"/>
              </a:spcAft>
              <a:buSzPct val="100000"/>
              <a:buNone/>
              <a:defRPr sz="2100"/>
            </a:lvl6pPr>
            <a:lvl7pPr lvl="6" algn="ctr">
              <a:lnSpc>
                <a:spcPct val="100000"/>
              </a:lnSpc>
              <a:spcBef>
                <a:spcPts val="0"/>
              </a:spcBef>
              <a:spcAft>
                <a:spcPts val="0"/>
              </a:spcAft>
              <a:buSzPct val="100000"/>
              <a:buNone/>
              <a:defRPr sz="2100"/>
            </a:lvl7pPr>
            <a:lvl8pPr lvl="7" algn="ctr">
              <a:lnSpc>
                <a:spcPct val="100000"/>
              </a:lnSpc>
              <a:spcBef>
                <a:spcPts val="0"/>
              </a:spcBef>
              <a:spcAft>
                <a:spcPts val="0"/>
              </a:spcAft>
              <a:buSzPct val="100000"/>
              <a:buNone/>
              <a:defRPr sz="2100"/>
            </a:lvl8pPr>
            <a:lvl9pPr lvl="8" algn="ctr">
              <a:lnSpc>
                <a:spcPct val="100000"/>
              </a:lnSpc>
              <a:spcBef>
                <a:spcPts val="0"/>
              </a:spcBef>
              <a:spcAft>
                <a:spcPts val="0"/>
              </a:spcAft>
              <a:buSzPct val="100000"/>
              <a:buNone/>
              <a:defRPr sz="2100"/>
            </a:lvl9pPr>
          </a:lstStyle>
          <a:p/>
        </p:txBody>
      </p:sp>
      <p:sp>
        <p:nvSpPr>
          <p:cNvPr id="39" name="Shape 39"/>
          <p:cNvSpPr txBox="1"/>
          <p:nvPr>
            <p:ph idx="2" type="body"/>
          </p:nvPr>
        </p:nvSpPr>
        <p:spPr>
          <a:xfrm>
            <a:off x="4939500" y="724075"/>
            <a:ext cx="3837000" cy="3695100"/>
          </a:xfrm>
          <a:prstGeom prst="rect">
            <a:avLst/>
          </a:prstGeom>
        </p:spPr>
        <p:txBody>
          <a:bodyPr anchorCtr="0" anchor="ctr" bIns="91425" lIns="91425" rIns="91425" tIns="91425"/>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p:txBody>
      </p:sp>
      <p:sp>
        <p:nvSpPr>
          <p:cNvPr id="40" name="Shape 40"/>
          <p:cNvSpPr txBox="1"/>
          <p:nvPr>
            <p:ph idx="12" type="sldNum"/>
          </p:nvPr>
        </p:nvSpPr>
        <p:spPr>
          <a:xfrm>
            <a:off x="8472457" y="4663216"/>
            <a:ext cx="548700"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t>‹#›</a:t>
            </a:fld>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name="Caption">
    <p:spTree>
      <p:nvGrpSpPr>
        <p:cNvPr id="41" name="Shape 41"/>
        <p:cNvGrpSpPr/>
        <p:nvPr/>
      </p:nvGrpSpPr>
      <p:grpSpPr>
        <a:xfrm>
          <a:off x="0" y="0"/>
          <a:ext cx="0" cy="0"/>
          <a:chOff x="0" y="0"/>
          <a:chExt cx="0" cy="0"/>
        </a:xfrm>
      </p:grpSpPr>
      <p:sp>
        <p:nvSpPr>
          <p:cNvPr id="42" name="Shape 42"/>
          <p:cNvSpPr txBox="1"/>
          <p:nvPr>
            <p:ph idx="1" type="body"/>
          </p:nvPr>
        </p:nvSpPr>
        <p:spPr>
          <a:xfrm>
            <a:off x="311700" y="4230575"/>
            <a:ext cx="5998800" cy="605100"/>
          </a:xfrm>
          <a:prstGeom prst="rect">
            <a:avLst/>
          </a:prstGeom>
        </p:spPr>
        <p:txBody>
          <a:bodyPr anchorCtr="0" anchor="ctr" bIns="91425" lIns="91425" rIns="91425" tIns="91425"/>
          <a:lstStyle>
            <a:lvl1pPr lvl="0">
              <a:lnSpc>
                <a:spcPct val="100000"/>
              </a:lnSpc>
              <a:spcBef>
                <a:spcPts val="0"/>
              </a:spcBef>
              <a:spcAft>
                <a:spcPts val="0"/>
              </a:spcAft>
              <a:buNone/>
              <a:defRPr/>
            </a:lvl1pPr>
          </a:lstStyle>
          <a:p/>
        </p:txBody>
      </p:sp>
      <p:sp>
        <p:nvSpPr>
          <p:cNvPr id="43" name="Shape 43"/>
          <p:cNvSpPr txBox="1"/>
          <p:nvPr>
            <p:ph idx="12" type="sldNum"/>
          </p:nvPr>
        </p:nvSpPr>
        <p:spPr>
          <a:xfrm>
            <a:off x="8472457" y="4663216"/>
            <a:ext cx="548700"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t>‹#›</a:t>
            </a:fld>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name="Big number">
    <p:spTree>
      <p:nvGrpSpPr>
        <p:cNvPr id="44" name="Shape 44"/>
        <p:cNvGrpSpPr/>
        <p:nvPr/>
      </p:nvGrpSpPr>
      <p:grpSpPr>
        <a:xfrm>
          <a:off x="0" y="0"/>
          <a:ext cx="0" cy="0"/>
          <a:chOff x="0" y="0"/>
          <a:chExt cx="0" cy="0"/>
        </a:xfrm>
      </p:grpSpPr>
      <p:sp>
        <p:nvSpPr>
          <p:cNvPr id="45" name="Shape 45"/>
          <p:cNvSpPr txBox="1"/>
          <p:nvPr>
            <p:ph type="title"/>
          </p:nvPr>
        </p:nvSpPr>
        <p:spPr>
          <a:xfrm>
            <a:off x="311700" y="1106125"/>
            <a:ext cx="8520600" cy="1963500"/>
          </a:xfrm>
          <a:prstGeom prst="rect">
            <a:avLst/>
          </a:prstGeom>
        </p:spPr>
        <p:txBody>
          <a:bodyPr anchorCtr="0" anchor="b" bIns="91425" lIns="91425" rIns="91425" tIns="91425"/>
          <a:lstStyle>
            <a:lvl1pPr lvl="0" algn="ctr">
              <a:spcBef>
                <a:spcPts val="0"/>
              </a:spcBef>
              <a:buSzPct val="100000"/>
              <a:defRPr sz="12000"/>
            </a:lvl1pPr>
            <a:lvl2pPr lvl="1" algn="ctr">
              <a:spcBef>
                <a:spcPts val="0"/>
              </a:spcBef>
              <a:buSzPct val="100000"/>
              <a:defRPr sz="12000"/>
            </a:lvl2pPr>
            <a:lvl3pPr lvl="2" algn="ctr">
              <a:spcBef>
                <a:spcPts val="0"/>
              </a:spcBef>
              <a:buSzPct val="100000"/>
              <a:defRPr sz="12000"/>
            </a:lvl3pPr>
            <a:lvl4pPr lvl="3" algn="ctr">
              <a:spcBef>
                <a:spcPts val="0"/>
              </a:spcBef>
              <a:buSzPct val="100000"/>
              <a:defRPr sz="12000"/>
            </a:lvl4pPr>
            <a:lvl5pPr lvl="4" algn="ctr">
              <a:spcBef>
                <a:spcPts val="0"/>
              </a:spcBef>
              <a:buSzPct val="100000"/>
              <a:defRPr sz="12000"/>
            </a:lvl5pPr>
            <a:lvl6pPr lvl="5" algn="ctr">
              <a:spcBef>
                <a:spcPts val="0"/>
              </a:spcBef>
              <a:buSzPct val="100000"/>
              <a:defRPr sz="12000"/>
            </a:lvl6pPr>
            <a:lvl7pPr lvl="6" algn="ctr">
              <a:spcBef>
                <a:spcPts val="0"/>
              </a:spcBef>
              <a:buSzPct val="100000"/>
              <a:defRPr sz="12000"/>
            </a:lvl7pPr>
            <a:lvl8pPr lvl="7" algn="ctr">
              <a:spcBef>
                <a:spcPts val="0"/>
              </a:spcBef>
              <a:buSzPct val="100000"/>
              <a:defRPr sz="12000"/>
            </a:lvl8pPr>
            <a:lvl9pPr lvl="8" algn="ctr">
              <a:spcBef>
                <a:spcPts val="0"/>
              </a:spcBef>
              <a:buSzPct val="100000"/>
              <a:defRPr sz="12000"/>
            </a:lvl9pPr>
          </a:lstStyle>
          <a:p/>
        </p:txBody>
      </p:sp>
      <p:sp>
        <p:nvSpPr>
          <p:cNvPr id="46" name="Shape 46"/>
          <p:cNvSpPr txBox="1"/>
          <p:nvPr>
            <p:ph idx="1" type="body"/>
          </p:nvPr>
        </p:nvSpPr>
        <p:spPr>
          <a:xfrm>
            <a:off x="311700" y="3152225"/>
            <a:ext cx="8520600" cy="1300800"/>
          </a:xfrm>
          <a:prstGeom prst="rect">
            <a:avLst/>
          </a:prstGeom>
        </p:spPr>
        <p:txBody>
          <a:bodyPr anchorCtr="0" anchor="t" bIns="91425" lIns="91425" rIns="91425" tIns="91425"/>
          <a:lstStyle>
            <a:lvl1pPr lvl="0" algn="ctr">
              <a:spcBef>
                <a:spcPts val="0"/>
              </a:spcBef>
              <a:defRPr/>
            </a:lvl1pPr>
            <a:lvl2pPr lvl="1" algn="ctr">
              <a:spcBef>
                <a:spcPts val="0"/>
              </a:spcBef>
              <a:defRPr/>
            </a:lvl2pPr>
            <a:lvl3pPr lvl="2" algn="ctr">
              <a:spcBef>
                <a:spcPts val="0"/>
              </a:spcBef>
              <a:defRPr/>
            </a:lvl3pPr>
            <a:lvl4pPr lvl="3" algn="ctr">
              <a:spcBef>
                <a:spcPts val="0"/>
              </a:spcBef>
              <a:defRPr/>
            </a:lvl4pPr>
            <a:lvl5pPr lvl="4" algn="ctr">
              <a:spcBef>
                <a:spcPts val="0"/>
              </a:spcBef>
              <a:defRPr/>
            </a:lvl5pPr>
            <a:lvl6pPr lvl="5" algn="ctr">
              <a:spcBef>
                <a:spcPts val="0"/>
              </a:spcBef>
              <a:defRPr/>
            </a:lvl6pPr>
            <a:lvl7pPr lvl="6" algn="ctr">
              <a:spcBef>
                <a:spcPts val="0"/>
              </a:spcBef>
              <a:defRPr/>
            </a:lvl7pPr>
            <a:lvl8pPr lvl="7" algn="ctr">
              <a:spcBef>
                <a:spcPts val="0"/>
              </a:spcBef>
              <a:defRPr/>
            </a:lvl8pPr>
            <a:lvl9pPr lvl="8" algn="ctr">
              <a:spcBef>
                <a:spcPts val="0"/>
              </a:spcBef>
              <a:defRPr/>
            </a:lvl9pPr>
          </a:lstStyle>
          <a:p/>
        </p:txBody>
      </p:sp>
      <p:sp>
        <p:nvSpPr>
          <p:cNvPr id="47" name="Shape 47"/>
          <p:cNvSpPr txBox="1"/>
          <p:nvPr>
            <p:ph idx="12" type="sldNum"/>
          </p:nvPr>
        </p:nvSpPr>
        <p:spPr>
          <a:xfrm>
            <a:off x="8472457" y="4663216"/>
            <a:ext cx="548700"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t>‹#›</a:t>
            </a:fld>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blank">
  <p:cSld name="Blank">
    <p:spTree>
      <p:nvGrpSpPr>
        <p:cNvPr id="48" name="Shape 48"/>
        <p:cNvGrpSpPr/>
        <p:nvPr/>
      </p:nvGrpSpPr>
      <p:grpSpPr>
        <a:xfrm>
          <a:off x="0" y="0"/>
          <a:ext cx="0" cy="0"/>
          <a:chOff x="0" y="0"/>
          <a:chExt cx="0" cy="0"/>
        </a:xfrm>
      </p:grpSpPr>
      <p:sp>
        <p:nvSpPr>
          <p:cNvPr id="49" name="Shape 49"/>
          <p:cNvSpPr txBox="1"/>
          <p:nvPr>
            <p:ph idx="12" type="sldNum"/>
          </p:nvPr>
        </p:nvSpPr>
        <p:spPr>
          <a:xfrm>
            <a:off x="8472457" y="4663216"/>
            <a:ext cx="548700"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t>‹#›</a:t>
            </a:fld>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itle">
  <p:cSld name="Title Slide">
    <p:spTree>
      <p:nvGrpSpPr>
        <p:cNvPr id="54" name="Shape 54"/>
        <p:cNvGrpSpPr/>
        <p:nvPr/>
      </p:nvGrpSpPr>
      <p:grpSpPr>
        <a:xfrm>
          <a:off x="0" y="0"/>
          <a:ext cx="0" cy="0"/>
          <a:chOff x="0" y="0"/>
          <a:chExt cx="0" cy="0"/>
        </a:xfrm>
      </p:grpSpPr>
      <p:sp>
        <p:nvSpPr>
          <p:cNvPr id="55" name="Shape 55"/>
          <p:cNvSpPr txBox="1"/>
          <p:nvPr>
            <p:ph type="ctrTitle"/>
          </p:nvPr>
        </p:nvSpPr>
        <p:spPr>
          <a:xfrm>
            <a:off x="685800" y="1597818"/>
            <a:ext cx="7772400" cy="1102500"/>
          </a:xfrm>
          <a:prstGeom prst="rect">
            <a:avLst/>
          </a:prstGeom>
          <a:noFill/>
          <a:ln>
            <a:noFill/>
          </a:ln>
        </p:spPr>
        <p:txBody>
          <a:bodyPr anchorCtr="0" anchor="b" bIns="91425" lIns="91425" rIns="91425" tIns="91425"/>
          <a:lstStyle>
            <a:lvl1pPr indent="0" lvl="0" marL="0" marR="0" rtl="0" algn="l">
              <a:lnSpc>
                <a:spcPct val="100000"/>
              </a:lnSpc>
              <a:spcBef>
                <a:spcPts val="0"/>
              </a:spcBef>
              <a:spcAft>
                <a:spcPts val="0"/>
              </a:spcAft>
              <a:buClr>
                <a:schemeClr val="dk1"/>
              </a:buClr>
              <a:buFont typeface="Arial"/>
              <a:buNone/>
              <a:defRPr b="1" i="0" sz="3600" u="none" cap="none" strike="noStrike">
                <a:solidFill>
                  <a:schemeClr val="dk1"/>
                </a:solidFill>
                <a:latin typeface="Arial"/>
                <a:ea typeface="Arial"/>
                <a:cs typeface="Arial"/>
                <a:sym typeface="Arial"/>
              </a:defRPr>
            </a:lvl1pPr>
            <a:lvl2pPr indent="0" lvl="1" rtl="0">
              <a:spcBef>
                <a:spcPts val="0"/>
              </a:spcBef>
              <a:buClr>
                <a:schemeClr val="dk1"/>
              </a:buClr>
              <a:buFont typeface="Arial"/>
              <a:buNone/>
              <a:defRPr b="1" sz="3600">
                <a:solidFill>
                  <a:schemeClr val="dk1"/>
                </a:solidFill>
              </a:defRPr>
            </a:lvl2pPr>
            <a:lvl3pPr indent="0" lvl="2" rtl="0">
              <a:spcBef>
                <a:spcPts val="0"/>
              </a:spcBef>
              <a:buClr>
                <a:schemeClr val="dk1"/>
              </a:buClr>
              <a:buFont typeface="Arial"/>
              <a:buNone/>
              <a:defRPr b="1" sz="3600">
                <a:solidFill>
                  <a:schemeClr val="dk1"/>
                </a:solidFill>
              </a:defRPr>
            </a:lvl3pPr>
            <a:lvl4pPr indent="0" lvl="3" rtl="0">
              <a:spcBef>
                <a:spcPts val="0"/>
              </a:spcBef>
              <a:buClr>
                <a:schemeClr val="dk1"/>
              </a:buClr>
              <a:buFont typeface="Arial"/>
              <a:buNone/>
              <a:defRPr b="1" sz="3600">
                <a:solidFill>
                  <a:schemeClr val="dk1"/>
                </a:solidFill>
              </a:defRPr>
            </a:lvl4pPr>
            <a:lvl5pPr indent="0" lvl="4" rtl="0">
              <a:spcBef>
                <a:spcPts val="0"/>
              </a:spcBef>
              <a:buClr>
                <a:schemeClr val="dk1"/>
              </a:buClr>
              <a:buFont typeface="Arial"/>
              <a:buNone/>
              <a:defRPr b="1" sz="3600">
                <a:solidFill>
                  <a:schemeClr val="dk1"/>
                </a:solidFill>
              </a:defRPr>
            </a:lvl5pPr>
            <a:lvl6pPr indent="0" lvl="5" rtl="0">
              <a:spcBef>
                <a:spcPts val="0"/>
              </a:spcBef>
              <a:buClr>
                <a:schemeClr val="dk1"/>
              </a:buClr>
              <a:buFont typeface="Arial"/>
              <a:buNone/>
              <a:defRPr b="1" sz="3600">
                <a:solidFill>
                  <a:schemeClr val="dk1"/>
                </a:solidFill>
              </a:defRPr>
            </a:lvl6pPr>
            <a:lvl7pPr indent="0" lvl="6" rtl="0">
              <a:spcBef>
                <a:spcPts val="0"/>
              </a:spcBef>
              <a:buClr>
                <a:schemeClr val="dk1"/>
              </a:buClr>
              <a:buFont typeface="Arial"/>
              <a:buNone/>
              <a:defRPr b="1" sz="3600">
                <a:solidFill>
                  <a:schemeClr val="dk1"/>
                </a:solidFill>
              </a:defRPr>
            </a:lvl7pPr>
            <a:lvl8pPr indent="0" lvl="7" rtl="0">
              <a:spcBef>
                <a:spcPts val="0"/>
              </a:spcBef>
              <a:buClr>
                <a:schemeClr val="dk1"/>
              </a:buClr>
              <a:buFont typeface="Arial"/>
              <a:buNone/>
              <a:defRPr b="1" sz="3600">
                <a:solidFill>
                  <a:schemeClr val="dk1"/>
                </a:solidFill>
              </a:defRPr>
            </a:lvl8pPr>
            <a:lvl9pPr indent="0" lvl="8" rtl="0">
              <a:spcBef>
                <a:spcPts val="0"/>
              </a:spcBef>
              <a:buClr>
                <a:schemeClr val="dk1"/>
              </a:buClr>
              <a:buFont typeface="Arial"/>
              <a:buNone/>
              <a:defRPr b="1" sz="3600">
                <a:solidFill>
                  <a:schemeClr val="dk1"/>
                </a:solidFill>
              </a:defRPr>
            </a:lvl9pPr>
          </a:lstStyle>
          <a:p/>
        </p:txBody>
      </p:sp>
      <p:sp>
        <p:nvSpPr>
          <p:cNvPr id="56" name="Shape 56"/>
          <p:cNvSpPr txBox="1"/>
          <p:nvPr>
            <p:ph idx="1" type="subTitle"/>
          </p:nvPr>
        </p:nvSpPr>
        <p:spPr>
          <a:xfrm>
            <a:off x="1371600" y="2914650"/>
            <a:ext cx="6400800" cy="1314600"/>
          </a:xfrm>
          <a:prstGeom prst="rect">
            <a:avLst/>
          </a:prstGeom>
          <a:noFill/>
          <a:ln>
            <a:noFill/>
          </a:ln>
        </p:spPr>
        <p:txBody>
          <a:bodyPr anchorCtr="0" anchor="t" bIns="91425" lIns="91425" rIns="91425" tIns="91425"/>
          <a:lstStyle>
            <a:lvl1pPr indent="0" lvl="0" marL="0" marR="0" rtl="0" algn="ctr">
              <a:lnSpc>
                <a:spcPct val="100000"/>
              </a:lnSpc>
              <a:spcBef>
                <a:spcPts val="600"/>
              </a:spcBef>
              <a:spcAft>
                <a:spcPts val="0"/>
              </a:spcAft>
              <a:buClr>
                <a:schemeClr val="dk1"/>
              </a:buClr>
              <a:buFont typeface="Arial"/>
              <a:buNone/>
              <a:defRPr b="0" i="0" sz="3000" u="none" cap="none" strike="noStrike">
                <a:solidFill>
                  <a:srgbClr val="888888"/>
                </a:solidFill>
                <a:latin typeface="Arial"/>
                <a:ea typeface="Arial"/>
                <a:cs typeface="Arial"/>
                <a:sym typeface="Arial"/>
              </a:defRPr>
            </a:lvl1pPr>
            <a:lvl2pPr indent="0" lvl="1" marL="457200" marR="0" rtl="0" algn="ctr">
              <a:lnSpc>
                <a:spcPct val="100000"/>
              </a:lnSpc>
              <a:spcBef>
                <a:spcPts val="480"/>
              </a:spcBef>
              <a:spcAft>
                <a:spcPts val="0"/>
              </a:spcAft>
              <a:buClr>
                <a:schemeClr val="dk1"/>
              </a:buClr>
              <a:buFont typeface="Arial"/>
              <a:buNone/>
              <a:defRPr b="0" i="0" sz="2400" u="none" cap="none" strike="noStrike">
                <a:solidFill>
                  <a:srgbClr val="888888"/>
                </a:solidFill>
                <a:latin typeface="Arial"/>
                <a:ea typeface="Arial"/>
                <a:cs typeface="Arial"/>
                <a:sym typeface="Arial"/>
              </a:defRPr>
            </a:lvl2pPr>
            <a:lvl3pPr indent="0" lvl="2" marL="914400" marR="0" rtl="0" algn="ctr">
              <a:lnSpc>
                <a:spcPct val="100000"/>
              </a:lnSpc>
              <a:spcBef>
                <a:spcPts val="480"/>
              </a:spcBef>
              <a:spcAft>
                <a:spcPts val="0"/>
              </a:spcAft>
              <a:buClr>
                <a:schemeClr val="dk1"/>
              </a:buClr>
              <a:buFont typeface="Arial"/>
              <a:buNone/>
              <a:defRPr b="0" i="0" sz="2400" u="none" cap="none" strike="noStrike">
                <a:solidFill>
                  <a:srgbClr val="888888"/>
                </a:solidFill>
                <a:latin typeface="Arial"/>
                <a:ea typeface="Arial"/>
                <a:cs typeface="Arial"/>
                <a:sym typeface="Arial"/>
              </a:defRPr>
            </a:lvl3pPr>
            <a:lvl4pPr indent="0" lvl="3" marL="1371600" marR="0" rtl="0" algn="ctr">
              <a:lnSpc>
                <a:spcPct val="100000"/>
              </a:lnSpc>
              <a:spcBef>
                <a:spcPts val="360"/>
              </a:spcBef>
              <a:spcAft>
                <a:spcPts val="0"/>
              </a:spcAft>
              <a:buClr>
                <a:schemeClr val="dk1"/>
              </a:buClr>
              <a:buFont typeface="Arial"/>
              <a:buNone/>
              <a:defRPr b="0" i="0" sz="1800" u="none" cap="none" strike="noStrike">
                <a:solidFill>
                  <a:srgbClr val="888888"/>
                </a:solidFill>
                <a:latin typeface="Arial"/>
                <a:ea typeface="Arial"/>
                <a:cs typeface="Arial"/>
                <a:sym typeface="Arial"/>
              </a:defRPr>
            </a:lvl4pPr>
            <a:lvl5pPr indent="0" lvl="4" marL="1828800" marR="0" rtl="0" algn="ctr">
              <a:lnSpc>
                <a:spcPct val="100000"/>
              </a:lnSpc>
              <a:spcBef>
                <a:spcPts val="360"/>
              </a:spcBef>
              <a:spcAft>
                <a:spcPts val="0"/>
              </a:spcAft>
              <a:buClr>
                <a:schemeClr val="dk1"/>
              </a:buClr>
              <a:buFont typeface="Arial"/>
              <a:buNone/>
              <a:defRPr b="0" i="0" sz="1800" u="none" cap="none" strike="noStrike">
                <a:solidFill>
                  <a:srgbClr val="888888"/>
                </a:solidFill>
                <a:latin typeface="Arial"/>
                <a:ea typeface="Arial"/>
                <a:cs typeface="Arial"/>
                <a:sym typeface="Arial"/>
              </a:defRPr>
            </a:lvl5pPr>
            <a:lvl6pPr indent="0" lvl="5" marL="2286000" marR="0" rtl="0" algn="ctr">
              <a:lnSpc>
                <a:spcPct val="100000"/>
              </a:lnSpc>
              <a:spcBef>
                <a:spcPts val="360"/>
              </a:spcBef>
              <a:spcAft>
                <a:spcPts val="0"/>
              </a:spcAft>
              <a:buClr>
                <a:schemeClr val="dk1"/>
              </a:buClr>
              <a:buFont typeface="Arial"/>
              <a:buNone/>
              <a:defRPr b="0" i="0" sz="1800" u="none" cap="none" strike="noStrike">
                <a:solidFill>
                  <a:srgbClr val="888888"/>
                </a:solidFill>
                <a:latin typeface="Arial"/>
                <a:ea typeface="Arial"/>
                <a:cs typeface="Arial"/>
                <a:sym typeface="Arial"/>
              </a:defRPr>
            </a:lvl6pPr>
            <a:lvl7pPr indent="0" lvl="6" marL="2743200" marR="0" rtl="0" algn="ctr">
              <a:lnSpc>
                <a:spcPct val="100000"/>
              </a:lnSpc>
              <a:spcBef>
                <a:spcPts val="360"/>
              </a:spcBef>
              <a:spcAft>
                <a:spcPts val="0"/>
              </a:spcAft>
              <a:buClr>
                <a:schemeClr val="dk1"/>
              </a:buClr>
              <a:buFont typeface="Arial"/>
              <a:buNone/>
              <a:defRPr b="0" i="0" sz="1800" u="none" cap="none" strike="noStrike">
                <a:solidFill>
                  <a:srgbClr val="888888"/>
                </a:solidFill>
                <a:latin typeface="Arial"/>
                <a:ea typeface="Arial"/>
                <a:cs typeface="Arial"/>
                <a:sym typeface="Arial"/>
              </a:defRPr>
            </a:lvl7pPr>
            <a:lvl8pPr indent="0" lvl="7" marL="3200400" marR="0" rtl="0" algn="ctr">
              <a:lnSpc>
                <a:spcPct val="100000"/>
              </a:lnSpc>
              <a:spcBef>
                <a:spcPts val="360"/>
              </a:spcBef>
              <a:spcAft>
                <a:spcPts val="0"/>
              </a:spcAft>
              <a:buClr>
                <a:schemeClr val="dk1"/>
              </a:buClr>
              <a:buFont typeface="Arial"/>
              <a:buNone/>
              <a:defRPr b="0" i="0" sz="1800" u="none" cap="none" strike="noStrike">
                <a:solidFill>
                  <a:srgbClr val="888888"/>
                </a:solidFill>
                <a:latin typeface="Arial"/>
                <a:ea typeface="Arial"/>
                <a:cs typeface="Arial"/>
                <a:sym typeface="Arial"/>
              </a:defRPr>
            </a:lvl8pPr>
            <a:lvl9pPr indent="0" lvl="8" marL="3657600" marR="0" rtl="0" algn="ctr">
              <a:lnSpc>
                <a:spcPct val="100000"/>
              </a:lnSpc>
              <a:spcBef>
                <a:spcPts val="360"/>
              </a:spcBef>
              <a:spcAft>
                <a:spcPts val="0"/>
              </a:spcAft>
              <a:buClr>
                <a:schemeClr val="dk1"/>
              </a:buClr>
              <a:buFont typeface="Arial"/>
              <a:buNone/>
              <a:defRPr b="0" i="0" sz="1800" u="none" cap="none" strike="noStrike">
                <a:solidFill>
                  <a:srgbClr val="888888"/>
                </a:solidFill>
                <a:latin typeface="Arial"/>
                <a:ea typeface="Arial"/>
                <a:cs typeface="Arial"/>
                <a:sym typeface="Arial"/>
              </a:defRPr>
            </a:lvl9pPr>
          </a:lstStyle>
          <a:p/>
        </p:txBody>
      </p:sp>
      <p:sp>
        <p:nvSpPr>
          <p:cNvPr id="57" name="Shape 57"/>
          <p:cNvSpPr txBox="1"/>
          <p:nvPr>
            <p:ph idx="10" type="dt"/>
          </p:nvPr>
        </p:nvSpPr>
        <p:spPr>
          <a:xfrm>
            <a:off x="457200" y="4767262"/>
            <a:ext cx="2133600" cy="273900"/>
          </a:xfrm>
          <a:prstGeom prst="rect">
            <a:avLst/>
          </a:prstGeom>
          <a:noFill/>
          <a:ln>
            <a:noFill/>
          </a:ln>
        </p:spPr>
        <p:txBody>
          <a:bodyPr anchorCtr="0" anchor="t" bIns="91425" lIns="91425" rIns="91425" tIns="91425"/>
          <a:lstStyle>
            <a:lvl1pPr indent="0" lvl="0"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1pPr>
            <a:lvl2pPr indent="0" lvl="1" marL="457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914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1371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18288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22860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2743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3200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3657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p:txBody>
      </p:sp>
      <p:sp>
        <p:nvSpPr>
          <p:cNvPr id="58" name="Shape 58"/>
          <p:cNvSpPr txBox="1"/>
          <p:nvPr>
            <p:ph idx="11" type="ftr"/>
          </p:nvPr>
        </p:nvSpPr>
        <p:spPr>
          <a:xfrm>
            <a:off x="3124200" y="4767262"/>
            <a:ext cx="2895600" cy="273900"/>
          </a:xfrm>
          <a:prstGeom prst="rect">
            <a:avLst/>
          </a:prstGeom>
          <a:noFill/>
          <a:ln>
            <a:noFill/>
          </a:ln>
        </p:spPr>
        <p:txBody>
          <a:bodyPr anchorCtr="0" anchor="t" bIns="91425" lIns="91425" rIns="91425" tIns="91425"/>
          <a:lstStyle>
            <a:lvl1pPr indent="0" lvl="0"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1pPr>
            <a:lvl2pPr indent="0" lvl="1" marL="457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914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1371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18288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22860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2743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3200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3657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p:txBody>
      </p:sp>
      <p:sp>
        <p:nvSpPr>
          <p:cNvPr id="59" name="Shape 59"/>
          <p:cNvSpPr txBox="1"/>
          <p:nvPr>
            <p:ph idx="12" type="sldNum"/>
          </p:nvPr>
        </p:nvSpPr>
        <p:spPr>
          <a:xfrm>
            <a:off x="6553200" y="4767262"/>
            <a:ext cx="2133600" cy="27390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000000"/>
              </a:buClr>
              <a:buSzPct val="25000"/>
              <a:buFont typeface="Arial"/>
              <a:buNone/>
            </a:pPr>
            <a:fld id="{00000000-1234-1234-1234-123412341234}" type="slidenum">
              <a:rPr b="0" i="0" lang="en" sz="1400" u="none" cap="none" strike="noStrike">
                <a:solidFill>
                  <a:srgbClr val="000000"/>
                </a:solidFill>
                <a:latin typeface="Arial"/>
                <a:ea typeface="Arial"/>
                <a:cs typeface="Arial"/>
                <a:sym typeface="Arial"/>
              </a:rPr>
              <a:t>‹#›</a:t>
            </a:fld>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x">
  <p:cSld name="Title and body">
    <p:spTree>
      <p:nvGrpSpPr>
        <p:cNvPr id="60" name="Shape 60"/>
        <p:cNvGrpSpPr/>
        <p:nvPr/>
      </p:nvGrpSpPr>
      <p:grpSpPr>
        <a:xfrm>
          <a:off x="0" y="0"/>
          <a:ext cx="0" cy="0"/>
          <a:chOff x="0" y="0"/>
          <a:chExt cx="0" cy="0"/>
        </a:xfrm>
      </p:grpSpPr>
      <p:sp>
        <p:nvSpPr>
          <p:cNvPr id="61" name="Shape 61"/>
          <p:cNvSpPr txBox="1"/>
          <p:nvPr>
            <p:ph type="title"/>
          </p:nvPr>
        </p:nvSpPr>
        <p:spPr>
          <a:xfrm>
            <a:off x="457200" y="205977"/>
            <a:ext cx="8229600" cy="857400"/>
          </a:xfrm>
          <a:prstGeom prst="rect">
            <a:avLst/>
          </a:prstGeom>
          <a:noFill/>
          <a:ln>
            <a:noFill/>
          </a:ln>
        </p:spPr>
        <p:txBody>
          <a:bodyPr anchorCtr="0" anchor="b" bIns="91425" lIns="91425" rIns="91425" tIns="91425"/>
          <a:lstStyle>
            <a:lvl1pPr indent="0" lvl="0" marL="0" marR="0" rtl="0" algn="l">
              <a:lnSpc>
                <a:spcPct val="100000"/>
              </a:lnSpc>
              <a:spcBef>
                <a:spcPts val="0"/>
              </a:spcBef>
              <a:spcAft>
                <a:spcPts val="0"/>
              </a:spcAft>
              <a:buClr>
                <a:schemeClr val="dk1"/>
              </a:buClr>
              <a:buFont typeface="Arial"/>
              <a:buNone/>
              <a:defRPr b="1" i="0" sz="3600" u="none" cap="none" strike="noStrike">
                <a:solidFill>
                  <a:schemeClr val="dk1"/>
                </a:solidFill>
                <a:latin typeface="Arial"/>
                <a:ea typeface="Arial"/>
                <a:cs typeface="Arial"/>
                <a:sym typeface="Arial"/>
              </a:defRPr>
            </a:lvl1pPr>
            <a:lvl2pPr indent="0" lvl="1" rtl="0">
              <a:spcBef>
                <a:spcPts val="0"/>
              </a:spcBef>
              <a:buClr>
                <a:schemeClr val="dk1"/>
              </a:buClr>
              <a:buFont typeface="Arial"/>
              <a:buNone/>
              <a:defRPr b="1" sz="3600">
                <a:solidFill>
                  <a:schemeClr val="dk1"/>
                </a:solidFill>
              </a:defRPr>
            </a:lvl2pPr>
            <a:lvl3pPr indent="0" lvl="2" rtl="0">
              <a:spcBef>
                <a:spcPts val="0"/>
              </a:spcBef>
              <a:buClr>
                <a:schemeClr val="dk1"/>
              </a:buClr>
              <a:buFont typeface="Arial"/>
              <a:buNone/>
              <a:defRPr b="1" sz="3600">
                <a:solidFill>
                  <a:schemeClr val="dk1"/>
                </a:solidFill>
              </a:defRPr>
            </a:lvl3pPr>
            <a:lvl4pPr indent="0" lvl="3" rtl="0">
              <a:spcBef>
                <a:spcPts val="0"/>
              </a:spcBef>
              <a:buClr>
                <a:schemeClr val="dk1"/>
              </a:buClr>
              <a:buFont typeface="Arial"/>
              <a:buNone/>
              <a:defRPr b="1" sz="3600">
                <a:solidFill>
                  <a:schemeClr val="dk1"/>
                </a:solidFill>
              </a:defRPr>
            </a:lvl4pPr>
            <a:lvl5pPr indent="0" lvl="4" rtl="0">
              <a:spcBef>
                <a:spcPts val="0"/>
              </a:spcBef>
              <a:buClr>
                <a:schemeClr val="dk1"/>
              </a:buClr>
              <a:buFont typeface="Arial"/>
              <a:buNone/>
              <a:defRPr b="1" sz="3600">
                <a:solidFill>
                  <a:schemeClr val="dk1"/>
                </a:solidFill>
              </a:defRPr>
            </a:lvl5pPr>
            <a:lvl6pPr indent="0" lvl="5" rtl="0">
              <a:spcBef>
                <a:spcPts val="0"/>
              </a:spcBef>
              <a:buClr>
                <a:schemeClr val="dk1"/>
              </a:buClr>
              <a:buFont typeface="Arial"/>
              <a:buNone/>
              <a:defRPr b="1" sz="3600">
                <a:solidFill>
                  <a:schemeClr val="dk1"/>
                </a:solidFill>
              </a:defRPr>
            </a:lvl6pPr>
            <a:lvl7pPr indent="0" lvl="6" rtl="0">
              <a:spcBef>
                <a:spcPts val="0"/>
              </a:spcBef>
              <a:buClr>
                <a:schemeClr val="dk1"/>
              </a:buClr>
              <a:buFont typeface="Arial"/>
              <a:buNone/>
              <a:defRPr b="1" sz="3600">
                <a:solidFill>
                  <a:schemeClr val="dk1"/>
                </a:solidFill>
              </a:defRPr>
            </a:lvl7pPr>
            <a:lvl8pPr indent="0" lvl="7" rtl="0">
              <a:spcBef>
                <a:spcPts val="0"/>
              </a:spcBef>
              <a:buClr>
                <a:schemeClr val="dk1"/>
              </a:buClr>
              <a:buFont typeface="Arial"/>
              <a:buNone/>
              <a:defRPr b="1" sz="3600">
                <a:solidFill>
                  <a:schemeClr val="dk1"/>
                </a:solidFill>
              </a:defRPr>
            </a:lvl8pPr>
            <a:lvl9pPr indent="0" lvl="8" rtl="0">
              <a:spcBef>
                <a:spcPts val="0"/>
              </a:spcBef>
              <a:buClr>
                <a:schemeClr val="dk1"/>
              </a:buClr>
              <a:buFont typeface="Arial"/>
              <a:buNone/>
              <a:defRPr b="1" sz="3600">
                <a:solidFill>
                  <a:schemeClr val="dk1"/>
                </a:solidFill>
              </a:defRPr>
            </a:lvl9pPr>
          </a:lstStyle>
          <a:p/>
        </p:txBody>
      </p:sp>
      <p:sp>
        <p:nvSpPr>
          <p:cNvPr id="62" name="Shape 62"/>
          <p:cNvSpPr txBox="1"/>
          <p:nvPr>
            <p:ph idx="1" type="body"/>
          </p:nvPr>
        </p:nvSpPr>
        <p:spPr>
          <a:xfrm>
            <a:off x="457200" y="1200150"/>
            <a:ext cx="8229600" cy="3725700"/>
          </a:xfrm>
          <a:prstGeom prst="rect">
            <a:avLst/>
          </a:prstGeom>
          <a:noFill/>
          <a:ln>
            <a:noFill/>
          </a:ln>
        </p:spPr>
        <p:txBody>
          <a:bodyPr anchorCtr="0" anchor="t" bIns="91425" lIns="91425" rIns="91425" tIns="91425"/>
          <a:lstStyle>
            <a:lvl1pPr indent="0" lvl="0" marL="0" marR="0" rtl="0" algn="l">
              <a:lnSpc>
                <a:spcPct val="100000"/>
              </a:lnSpc>
              <a:spcBef>
                <a:spcPts val="0"/>
              </a:spcBef>
              <a:spcAft>
                <a:spcPts val="0"/>
              </a:spcAft>
              <a:buClr>
                <a:schemeClr val="dk1"/>
              </a:buClr>
              <a:buFont typeface="Arial"/>
              <a:buNone/>
              <a:defRPr b="0" i="0" sz="3000" u="none" cap="none" strike="noStrike">
                <a:solidFill>
                  <a:schemeClr val="dk1"/>
                </a:solidFill>
                <a:latin typeface="Arial"/>
                <a:ea typeface="Arial"/>
                <a:cs typeface="Arial"/>
                <a:sym typeface="Arial"/>
              </a:defRPr>
            </a:lvl1pPr>
            <a:lvl2pPr indent="0" lvl="1" marL="457200" marR="0" rtl="0" algn="l">
              <a:lnSpc>
                <a:spcPct val="100000"/>
              </a:lnSpc>
              <a:spcBef>
                <a:spcPts val="0"/>
              </a:spcBef>
              <a:spcAft>
                <a:spcPts val="0"/>
              </a:spcAft>
              <a:buClr>
                <a:schemeClr val="dk1"/>
              </a:buClr>
              <a:buFont typeface="Arial"/>
              <a:buNone/>
              <a:defRPr b="0" i="0" sz="2400" u="none" cap="none" strike="noStrike">
                <a:solidFill>
                  <a:schemeClr val="dk1"/>
                </a:solidFill>
                <a:latin typeface="Arial"/>
                <a:ea typeface="Arial"/>
                <a:cs typeface="Arial"/>
                <a:sym typeface="Arial"/>
              </a:defRPr>
            </a:lvl2pPr>
            <a:lvl3pPr indent="0" lvl="2" marL="914400" marR="0" rtl="0" algn="l">
              <a:lnSpc>
                <a:spcPct val="100000"/>
              </a:lnSpc>
              <a:spcBef>
                <a:spcPts val="0"/>
              </a:spcBef>
              <a:spcAft>
                <a:spcPts val="0"/>
              </a:spcAft>
              <a:buClr>
                <a:schemeClr val="dk1"/>
              </a:buClr>
              <a:buFont typeface="Arial"/>
              <a:buNone/>
              <a:defRPr b="0" i="0" sz="2400" u="none" cap="none" strike="noStrike">
                <a:solidFill>
                  <a:schemeClr val="dk1"/>
                </a:solidFill>
                <a:latin typeface="Arial"/>
                <a:ea typeface="Arial"/>
                <a:cs typeface="Arial"/>
                <a:sym typeface="Arial"/>
              </a:defRPr>
            </a:lvl3pPr>
            <a:lvl4pPr indent="0" lvl="3" marL="1371600" marR="0" rtl="0" algn="l">
              <a:lnSpc>
                <a:spcPct val="100000"/>
              </a:lnSpc>
              <a:spcBef>
                <a:spcPts val="0"/>
              </a:spcBef>
              <a:spcAft>
                <a:spcPts val="0"/>
              </a:spcAft>
              <a:buClr>
                <a:schemeClr val="dk1"/>
              </a:buClr>
              <a:buFont typeface="Arial"/>
              <a:buNone/>
              <a:defRPr b="0" i="0" sz="1800" u="none" cap="none" strike="noStrike">
                <a:solidFill>
                  <a:schemeClr val="dk1"/>
                </a:solidFill>
                <a:latin typeface="Arial"/>
                <a:ea typeface="Arial"/>
                <a:cs typeface="Arial"/>
                <a:sym typeface="Arial"/>
              </a:defRPr>
            </a:lvl4pPr>
            <a:lvl5pPr indent="0" lvl="4" marL="1828800" marR="0" rtl="0" algn="l">
              <a:lnSpc>
                <a:spcPct val="100000"/>
              </a:lnSpc>
              <a:spcBef>
                <a:spcPts val="0"/>
              </a:spcBef>
              <a:spcAft>
                <a:spcPts val="0"/>
              </a:spcAft>
              <a:buClr>
                <a:schemeClr val="dk1"/>
              </a:buClr>
              <a:buFont typeface="Arial"/>
              <a:buNone/>
              <a:defRPr b="0" i="0" sz="1800" u="none" cap="none" strike="noStrike">
                <a:solidFill>
                  <a:schemeClr val="dk1"/>
                </a:solidFill>
                <a:latin typeface="Arial"/>
                <a:ea typeface="Arial"/>
                <a:cs typeface="Arial"/>
                <a:sym typeface="Arial"/>
              </a:defRPr>
            </a:lvl5pPr>
            <a:lvl6pPr indent="0" lvl="5" marL="2286000" marR="0" rtl="0" algn="l">
              <a:lnSpc>
                <a:spcPct val="100000"/>
              </a:lnSpc>
              <a:spcBef>
                <a:spcPts val="0"/>
              </a:spcBef>
              <a:spcAft>
                <a:spcPts val="0"/>
              </a:spcAft>
              <a:buClr>
                <a:schemeClr val="dk1"/>
              </a:buClr>
              <a:buFont typeface="Arial"/>
              <a:buNone/>
              <a:defRPr b="0" i="0" sz="1800" u="none" cap="none" strike="noStrike">
                <a:solidFill>
                  <a:schemeClr val="dk1"/>
                </a:solidFill>
                <a:latin typeface="Arial"/>
                <a:ea typeface="Arial"/>
                <a:cs typeface="Arial"/>
                <a:sym typeface="Arial"/>
              </a:defRPr>
            </a:lvl6pPr>
            <a:lvl7pPr indent="0" lvl="6" marL="2743200" marR="0" rtl="0" algn="l">
              <a:lnSpc>
                <a:spcPct val="100000"/>
              </a:lnSpc>
              <a:spcBef>
                <a:spcPts val="0"/>
              </a:spcBef>
              <a:spcAft>
                <a:spcPts val="0"/>
              </a:spcAft>
              <a:buClr>
                <a:schemeClr val="dk1"/>
              </a:buClr>
              <a:buFont typeface="Arial"/>
              <a:buNone/>
              <a:defRPr b="0" i="0" sz="1800" u="none" cap="none" strike="noStrike">
                <a:solidFill>
                  <a:schemeClr val="dk1"/>
                </a:solidFill>
                <a:latin typeface="Arial"/>
                <a:ea typeface="Arial"/>
                <a:cs typeface="Arial"/>
                <a:sym typeface="Arial"/>
              </a:defRPr>
            </a:lvl7pPr>
            <a:lvl8pPr indent="0" lvl="7" marL="3200400" marR="0" rtl="0" algn="l">
              <a:lnSpc>
                <a:spcPct val="100000"/>
              </a:lnSpc>
              <a:spcBef>
                <a:spcPts val="0"/>
              </a:spcBef>
              <a:spcAft>
                <a:spcPts val="0"/>
              </a:spcAft>
              <a:buClr>
                <a:schemeClr val="dk1"/>
              </a:buClr>
              <a:buFont typeface="Arial"/>
              <a:buNone/>
              <a:defRPr b="0" i="0" sz="1800" u="none" cap="none" strike="noStrike">
                <a:solidFill>
                  <a:schemeClr val="dk1"/>
                </a:solidFill>
                <a:latin typeface="Arial"/>
                <a:ea typeface="Arial"/>
                <a:cs typeface="Arial"/>
                <a:sym typeface="Arial"/>
              </a:defRPr>
            </a:lvl8pPr>
            <a:lvl9pPr indent="0" lvl="8" marL="3657600" marR="0" rtl="0" algn="l">
              <a:lnSpc>
                <a:spcPct val="100000"/>
              </a:lnSpc>
              <a:spcBef>
                <a:spcPts val="0"/>
              </a:spcBef>
              <a:spcAft>
                <a:spcPts val="0"/>
              </a:spcAft>
              <a:buClr>
                <a:schemeClr val="dk1"/>
              </a:buClr>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obj">
  <p:cSld name="WWCode Template">
    <p:spTree>
      <p:nvGrpSpPr>
        <p:cNvPr id="63" name="Shape 63"/>
        <p:cNvGrpSpPr/>
        <p:nvPr/>
      </p:nvGrpSpPr>
      <p:grpSpPr>
        <a:xfrm>
          <a:off x="0" y="0"/>
          <a:ext cx="0" cy="0"/>
          <a:chOff x="0" y="0"/>
          <a:chExt cx="0" cy="0"/>
        </a:xfrm>
      </p:grpSpPr>
      <p:sp>
        <p:nvSpPr>
          <p:cNvPr id="64" name="Shape 64"/>
          <p:cNvSpPr txBox="1"/>
          <p:nvPr>
            <p:ph type="title"/>
          </p:nvPr>
        </p:nvSpPr>
        <p:spPr>
          <a:xfrm>
            <a:off x="484810" y="205977"/>
            <a:ext cx="8229600" cy="857400"/>
          </a:xfrm>
          <a:prstGeom prst="rect">
            <a:avLst/>
          </a:prstGeom>
          <a:noFill/>
          <a:ln>
            <a:noFill/>
          </a:ln>
        </p:spPr>
        <p:txBody>
          <a:bodyPr anchorCtr="0" anchor="ctr" bIns="91425" lIns="91425" rIns="91425" tIns="91425"/>
          <a:lstStyle>
            <a:lvl1pPr indent="0" lvl="0" marL="0" marR="0" rtl="0" algn="ctr">
              <a:lnSpc>
                <a:spcPct val="100000"/>
              </a:lnSpc>
              <a:spcBef>
                <a:spcPts val="0"/>
              </a:spcBef>
              <a:spcAft>
                <a:spcPts val="0"/>
              </a:spcAft>
              <a:buClr>
                <a:schemeClr val="dk2"/>
              </a:buClr>
              <a:buFont typeface="Montserrat"/>
              <a:buNone/>
              <a:defRPr b="1" i="0" sz="3600" u="none" cap="none" strike="noStrike">
                <a:solidFill>
                  <a:schemeClr val="dk2"/>
                </a:solidFill>
                <a:latin typeface="Montserrat"/>
                <a:ea typeface="Montserrat"/>
                <a:cs typeface="Montserrat"/>
                <a:sym typeface="Montserrat"/>
              </a:defRPr>
            </a:lvl1pPr>
            <a:lvl2pPr indent="0" lvl="1" rtl="0">
              <a:spcBef>
                <a:spcPts val="0"/>
              </a:spcBef>
              <a:buClr>
                <a:schemeClr val="dk2"/>
              </a:buClr>
              <a:buFont typeface="Montserrat"/>
              <a:buNone/>
              <a:defRPr b="1" sz="3600">
                <a:solidFill>
                  <a:schemeClr val="dk2"/>
                </a:solidFill>
                <a:latin typeface="Montserrat"/>
                <a:ea typeface="Montserrat"/>
                <a:cs typeface="Montserrat"/>
                <a:sym typeface="Montserrat"/>
              </a:defRPr>
            </a:lvl2pPr>
            <a:lvl3pPr indent="0" lvl="2" rtl="0">
              <a:spcBef>
                <a:spcPts val="0"/>
              </a:spcBef>
              <a:buClr>
                <a:schemeClr val="dk2"/>
              </a:buClr>
              <a:buFont typeface="Montserrat"/>
              <a:buNone/>
              <a:defRPr b="1" sz="3600">
                <a:solidFill>
                  <a:schemeClr val="dk2"/>
                </a:solidFill>
                <a:latin typeface="Montserrat"/>
                <a:ea typeface="Montserrat"/>
                <a:cs typeface="Montserrat"/>
                <a:sym typeface="Montserrat"/>
              </a:defRPr>
            </a:lvl3pPr>
            <a:lvl4pPr indent="0" lvl="3" rtl="0">
              <a:spcBef>
                <a:spcPts val="0"/>
              </a:spcBef>
              <a:buClr>
                <a:schemeClr val="dk2"/>
              </a:buClr>
              <a:buFont typeface="Montserrat"/>
              <a:buNone/>
              <a:defRPr b="1" sz="3600">
                <a:solidFill>
                  <a:schemeClr val="dk2"/>
                </a:solidFill>
                <a:latin typeface="Montserrat"/>
                <a:ea typeface="Montserrat"/>
                <a:cs typeface="Montserrat"/>
                <a:sym typeface="Montserrat"/>
              </a:defRPr>
            </a:lvl4pPr>
            <a:lvl5pPr indent="0" lvl="4" rtl="0">
              <a:spcBef>
                <a:spcPts val="0"/>
              </a:spcBef>
              <a:buClr>
                <a:schemeClr val="dk2"/>
              </a:buClr>
              <a:buFont typeface="Montserrat"/>
              <a:buNone/>
              <a:defRPr b="1" sz="3600">
                <a:solidFill>
                  <a:schemeClr val="dk2"/>
                </a:solidFill>
                <a:latin typeface="Montserrat"/>
                <a:ea typeface="Montserrat"/>
                <a:cs typeface="Montserrat"/>
                <a:sym typeface="Montserrat"/>
              </a:defRPr>
            </a:lvl5pPr>
            <a:lvl6pPr indent="0" lvl="5" rtl="0">
              <a:spcBef>
                <a:spcPts val="0"/>
              </a:spcBef>
              <a:buClr>
                <a:schemeClr val="dk2"/>
              </a:buClr>
              <a:buFont typeface="Montserrat"/>
              <a:buNone/>
              <a:defRPr b="1" sz="3600">
                <a:solidFill>
                  <a:schemeClr val="dk2"/>
                </a:solidFill>
                <a:latin typeface="Montserrat"/>
                <a:ea typeface="Montserrat"/>
                <a:cs typeface="Montserrat"/>
                <a:sym typeface="Montserrat"/>
              </a:defRPr>
            </a:lvl6pPr>
            <a:lvl7pPr indent="0" lvl="6" rtl="0">
              <a:spcBef>
                <a:spcPts val="0"/>
              </a:spcBef>
              <a:buClr>
                <a:schemeClr val="dk2"/>
              </a:buClr>
              <a:buFont typeface="Montserrat"/>
              <a:buNone/>
              <a:defRPr b="1" sz="3600">
                <a:solidFill>
                  <a:schemeClr val="dk2"/>
                </a:solidFill>
                <a:latin typeface="Montserrat"/>
                <a:ea typeface="Montserrat"/>
                <a:cs typeface="Montserrat"/>
                <a:sym typeface="Montserrat"/>
              </a:defRPr>
            </a:lvl7pPr>
            <a:lvl8pPr indent="0" lvl="7" rtl="0">
              <a:spcBef>
                <a:spcPts val="0"/>
              </a:spcBef>
              <a:buClr>
                <a:schemeClr val="dk2"/>
              </a:buClr>
              <a:buFont typeface="Montserrat"/>
              <a:buNone/>
              <a:defRPr b="1" sz="3600">
                <a:solidFill>
                  <a:schemeClr val="dk2"/>
                </a:solidFill>
                <a:latin typeface="Montserrat"/>
                <a:ea typeface="Montserrat"/>
                <a:cs typeface="Montserrat"/>
                <a:sym typeface="Montserrat"/>
              </a:defRPr>
            </a:lvl8pPr>
            <a:lvl9pPr indent="0" lvl="8" rtl="0">
              <a:spcBef>
                <a:spcPts val="0"/>
              </a:spcBef>
              <a:buClr>
                <a:schemeClr val="dk2"/>
              </a:buClr>
              <a:buFont typeface="Montserrat"/>
              <a:buNone/>
              <a:defRPr b="1" sz="3600">
                <a:solidFill>
                  <a:schemeClr val="dk2"/>
                </a:solidFill>
                <a:latin typeface="Montserrat"/>
                <a:ea typeface="Montserrat"/>
                <a:cs typeface="Montserrat"/>
                <a:sym typeface="Montserrat"/>
              </a:defRPr>
            </a:lvl9pPr>
          </a:lstStyle>
          <a:p/>
        </p:txBody>
      </p:sp>
      <p:sp>
        <p:nvSpPr>
          <p:cNvPr id="65" name="Shape 65"/>
          <p:cNvSpPr txBox="1"/>
          <p:nvPr>
            <p:ph idx="1" type="body"/>
          </p:nvPr>
        </p:nvSpPr>
        <p:spPr>
          <a:xfrm>
            <a:off x="430850" y="971550"/>
            <a:ext cx="8283600" cy="4261200"/>
          </a:xfrm>
          <a:prstGeom prst="rect">
            <a:avLst/>
          </a:prstGeom>
          <a:noFill/>
          <a:ln>
            <a:noFill/>
          </a:ln>
        </p:spPr>
        <p:txBody>
          <a:bodyPr anchorCtr="0" anchor="t" bIns="91425" lIns="91425" rIns="91425" tIns="91425"/>
          <a:lstStyle>
            <a:lvl1pPr indent="-50800" lvl="0" marL="342900" marR="0" rtl="0" algn="l">
              <a:lnSpc>
                <a:spcPct val="100000"/>
              </a:lnSpc>
              <a:spcBef>
                <a:spcPts val="700"/>
              </a:spcBef>
              <a:spcAft>
                <a:spcPts val="0"/>
              </a:spcAft>
              <a:buClr>
                <a:srgbClr val="252526"/>
              </a:buClr>
              <a:buSzPct val="100000"/>
              <a:buFont typeface="Arial"/>
              <a:buChar char="•"/>
              <a:defRPr b="0" i="0" sz="2800" u="none" cap="none" strike="noStrike">
                <a:solidFill>
                  <a:srgbClr val="252526"/>
                </a:solidFill>
                <a:latin typeface="Arial"/>
                <a:ea typeface="Arial"/>
                <a:cs typeface="Arial"/>
                <a:sym typeface="Arial"/>
              </a:defRPr>
            </a:lvl1pPr>
            <a:lvl2pPr indent="-19050" lvl="1" marL="742950" marR="0" rtl="0" algn="l">
              <a:lnSpc>
                <a:spcPct val="100000"/>
              </a:lnSpc>
              <a:spcBef>
                <a:spcPts val="360"/>
              </a:spcBef>
              <a:spcAft>
                <a:spcPts val="0"/>
              </a:spcAft>
              <a:buClr>
                <a:srgbClr val="252526"/>
              </a:buClr>
              <a:buSzPct val="100000"/>
              <a:buFont typeface="Arial"/>
              <a:buChar char="–"/>
              <a:defRPr b="0" i="0" sz="2400" u="none" cap="none" strike="noStrike">
                <a:solidFill>
                  <a:srgbClr val="252526"/>
                </a:solidFill>
                <a:latin typeface="Arial"/>
                <a:ea typeface="Arial"/>
                <a:cs typeface="Arial"/>
                <a:sym typeface="Arial"/>
              </a:defRPr>
            </a:lvl2pPr>
            <a:lvl3pPr indent="38100" lvl="2" marL="1143000" marR="0" rtl="0" algn="l">
              <a:lnSpc>
                <a:spcPct val="100000"/>
              </a:lnSpc>
              <a:spcBef>
                <a:spcPts val="360"/>
              </a:spcBef>
              <a:spcAft>
                <a:spcPts val="0"/>
              </a:spcAft>
              <a:buClr>
                <a:srgbClr val="252526"/>
              </a:buClr>
              <a:buSzPct val="100000"/>
              <a:buFont typeface="Arial"/>
              <a:buChar char="•"/>
              <a:defRPr b="0" i="0" sz="2400" u="none" cap="none" strike="noStrike">
                <a:solidFill>
                  <a:srgbClr val="252526"/>
                </a:solidFill>
                <a:latin typeface="Arial"/>
                <a:ea typeface="Arial"/>
                <a:cs typeface="Arial"/>
                <a:sym typeface="Arial"/>
              </a:defRPr>
            </a:lvl3pPr>
            <a:lvl4pPr indent="0" lvl="3" marL="1600200" marR="0" rtl="0" algn="l">
              <a:lnSpc>
                <a:spcPct val="100000"/>
              </a:lnSpc>
              <a:spcBef>
                <a:spcPts val="360"/>
              </a:spcBef>
              <a:spcAft>
                <a:spcPts val="0"/>
              </a:spcAft>
              <a:buClr>
                <a:srgbClr val="252526"/>
              </a:buClr>
              <a:buSzPct val="100000"/>
              <a:buFont typeface="Arial"/>
              <a:buChar char="–"/>
              <a:defRPr b="0" i="0" sz="1800" u="none" cap="none" strike="noStrike">
                <a:solidFill>
                  <a:srgbClr val="252526"/>
                </a:solidFill>
                <a:latin typeface="Arial"/>
                <a:ea typeface="Arial"/>
                <a:cs typeface="Arial"/>
                <a:sym typeface="Arial"/>
              </a:defRPr>
            </a:lvl4pPr>
            <a:lvl5pPr indent="0" lvl="4" marL="2057400" marR="0" rtl="0" algn="l">
              <a:lnSpc>
                <a:spcPct val="100000"/>
              </a:lnSpc>
              <a:spcBef>
                <a:spcPts val="360"/>
              </a:spcBef>
              <a:spcAft>
                <a:spcPts val="0"/>
              </a:spcAft>
              <a:buClr>
                <a:srgbClr val="252526"/>
              </a:buClr>
              <a:buSzPct val="100000"/>
              <a:buFont typeface="Arial"/>
              <a:buChar char="»"/>
              <a:defRPr b="0" i="0" sz="1800" u="none" cap="none" strike="noStrike">
                <a:solidFill>
                  <a:srgbClr val="252526"/>
                </a:solidFill>
                <a:latin typeface="Arial"/>
                <a:ea typeface="Arial"/>
                <a:cs typeface="Arial"/>
                <a:sym typeface="Arial"/>
              </a:defRPr>
            </a:lvl5pPr>
            <a:lvl6pPr indent="12700" lvl="5" marL="2514600" marR="0" rtl="0" algn="l">
              <a:lnSpc>
                <a:spcPct val="100000"/>
              </a:lnSpc>
              <a:spcBef>
                <a:spcPts val="400"/>
              </a:spcBef>
              <a:spcAft>
                <a:spcPts val="0"/>
              </a:spcAft>
              <a:buClr>
                <a:srgbClr val="252526"/>
              </a:buClr>
              <a:buSzPct val="100000"/>
              <a:buFont typeface="Arial"/>
              <a:buChar char="•"/>
              <a:defRPr b="0" i="0" sz="1800" u="none" cap="none" strike="noStrike">
                <a:solidFill>
                  <a:srgbClr val="252526"/>
                </a:solidFill>
                <a:latin typeface="Arial"/>
                <a:ea typeface="Arial"/>
                <a:cs typeface="Arial"/>
                <a:sym typeface="Arial"/>
              </a:defRPr>
            </a:lvl6pPr>
            <a:lvl7pPr indent="12700" lvl="6" marL="2971800" marR="0" rtl="0" algn="l">
              <a:lnSpc>
                <a:spcPct val="100000"/>
              </a:lnSpc>
              <a:spcBef>
                <a:spcPts val="400"/>
              </a:spcBef>
              <a:spcAft>
                <a:spcPts val="0"/>
              </a:spcAft>
              <a:buClr>
                <a:srgbClr val="252526"/>
              </a:buClr>
              <a:buSzPct val="100000"/>
              <a:buFont typeface="Arial"/>
              <a:buChar char="•"/>
              <a:defRPr b="0" i="0" sz="1800" u="none" cap="none" strike="noStrike">
                <a:solidFill>
                  <a:srgbClr val="252526"/>
                </a:solidFill>
                <a:latin typeface="Arial"/>
                <a:ea typeface="Arial"/>
                <a:cs typeface="Arial"/>
                <a:sym typeface="Arial"/>
              </a:defRPr>
            </a:lvl7pPr>
            <a:lvl8pPr indent="12700" lvl="7" marL="3429000" marR="0" rtl="0" algn="l">
              <a:lnSpc>
                <a:spcPct val="100000"/>
              </a:lnSpc>
              <a:spcBef>
                <a:spcPts val="400"/>
              </a:spcBef>
              <a:spcAft>
                <a:spcPts val="0"/>
              </a:spcAft>
              <a:buClr>
                <a:srgbClr val="252526"/>
              </a:buClr>
              <a:buSzPct val="100000"/>
              <a:buFont typeface="Arial"/>
              <a:buChar char="•"/>
              <a:defRPr b="0" i="0" sz="1800" u="none" cap="none" strike="noStrike">
                <a:solidFill>
                  <a:srgbClr val="252526"/>
                </a:solidFill>
                <a:latin typeface="Arial"/>
                <a:ea typeface="Arial"/>
                <a:cs typeface="Arial"/>
                <a:sym typeface="Arial"/>
              </a:defRPr>
            </a:lvl8pPr>
            <a:lvl9pPr indent="12700" lvl="8" marL="3886200" marR="0" rtl="0" algn="l">
              <a:lnSpc>
                <a:spcPct val="100000"/>
              </a:lnSpc>
              <a:spcBef>
                <a:spcPts val="400"/>
              </a:spcBef>
              <a:spcAft>
                <a:spcPts val="0"/>
              </a:spcAft>
              <a:buClr>
                <a:srgbClr val="252526"/>
              </a:buClr>
              <a:buSzPct val="100000"/>
              <a:buFont typeface="Arial"/>
              <a:buChar char="•"/>
              <a:defRPr b="0" i="0" sz="1800" u="none" cap="none" strike="noStrike">
                <a:solidFill>
                  <a:srgbClr val="252526"/>
                </a:solidFill>
                <a:latin typeface="Arial"/>
                <a:ea typeface="Arial"/>
                <a:cs typeface="Arial"/>
                <a:sym typeface="Arial"/>
              </a:defRPr>
            </a:lvl9pPr>
          </a:lstStyle>
          <a:p/>
        </p:txBody>
      </p:sp>
      <p:sp>
        <p:nvSpPr>
          <p:cNvPr id="66" name="Shape 66"/>
          <p:cNvSpPr txBox="1"/>
          <p:nvPr>
            <p:ph idx="10" type="dt"/>
          </p:nvPr>
        </p:nvSpPr>
        <p:spPr>
          <a:xfrm>
            <a:off x="457200" y="4767262"/>
            <a:ext cx="2133600" cy="273900"/>
          </a:xfrm>
          <a:prstGeom prst="rect">
            <a:avLst/>
          </a:prstGeom>
          <a:noFill/>
          <a:ln>
            <a:noFill/>
          </a:ln>
        </p:spPr>
        <p:txBody>
          <a:bodyPr anchorCtr="0" anchor="ctr" bIns="91425" lIns="91425" rIns="91425" tIns="91425"/>
          <a:lstStyle>
            <a:lvl1pPr indent="0" lvl="0"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1pPr>
            <a:lvl2pPr indent="0" lvl="1" marL="457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914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1371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18288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22860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2743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3200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3657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p:txBody>
      </p:sp>
      <p:sp>
        <p:nvSpPr>
          <p:cNvPr id="67" name="Shape 67"/>
          <p:cNvSpPr txBox="1"/>
          <p:nvPr>
            <p:ph idx="11" type="ftr"/>
          </p:nvPr>
        </p:nvSpPr>
        <p:spPr>
          <a:xfrm>
            <a:off x="3124200" y="4767262"/>
            <a:ext cx="2895600" cy="273900"/>
          </a:xfrm>
          <a:prstGeom prst="rect">
            <a:avLst/>
          </a:prstGeom>
          <a:noFill/>
          <a:ln>
            <a:noFill/>
          </a:ln>
        </p:spPr>
        <p:txBody>
          <a:bodyPr anchorCtr="0" anchor="ctr" bIns="91425" lIns="91425" rIns="91425" tIns="91425"/>
          <a:lstStyle>
            <a:lvl1pPr indent="0" lvl="0" marL="0" marR="0" rtl="0" algn="ctr">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1pPr>
            <a:lvl2pPr indent="0" lvl="1" marL="457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914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1371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18288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22860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27432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32004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365760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p:txBody>
      </p:sp>
      <p:sp>
        <p:nvSpPr>
          <p:cNvPr id="68" name="Shape 68"/>
          <p:cNvSpPr txBox="1"/>
          <p:nvPr>
            <p:ph idx="12" type="sldNum"/>
          </p:nvPr>
        </p:nvSpPr>
        <p:spPr>
          <a:xfrm>
            <a:off x="6553200" y="4767262"/>
            <a:ext cx="2133600" cy="273900"/>
          </a:xfrm>
          <a:prstGeom prst="rect">
            <a:avLst/>
          </a:prstGeom>
          <a:noFill/>
          <a:ln>
            <a:noFill/>
          </a:ln>
        </p:spPr>
        <p:txBody>
          <a:bodyPr anchorCtr="0" anchor="ctr" bIns="91425" lIns="91425" rIns="91425" tIns="91425">
            <a:noAutofit/>
          </a:bodyPr>
          <a:lstStyle/>
          <a:p>
            <a:pPr indent="0" lvl="0" marL="0" marR="0" rtl="0" algn="r">
              <a:lnSpc>
                <a:spcPct val="100000"/>
              </a:lnSpc>
              <a:spcBef>
                <a:spcPts val="0"/>
              </a:spcBef>
              <a:spcAft>
                <a:spcPts val="0"/>
              </a:spcAft>
              <a:buClr>
                <a:srgbClr val="000000"/>
              </a:buClr>
              <a:buFont typeface="Arial"/>
              <a:buNone/>
            </a:pPr>
            <a:r>
              <a:t/>
            </a:r>
            <a:endParaRPr b="0" i="0" sz="1400" u="none" cap="none" strike="noStrike">
              <a:solidFill>
                <a:srgbClr val="000000"/>
              </a:solidFill>
              <a:latin typeface="Arial"/>
              <a:ea typeface="Arial"/>
              <a:cs typeface="Arial"/>
              <a:sym typeface="Arial"/>
            </a:endParaRPr>
          </a:p>
          <a:p>
            <a:pPr indent="0" lvl="1" marL="457200" marR="0" rtl="0" algn="l">
              <a:lnSpc>
                <a:spcPct val="100000"/>
              </a:lnSpc>
              <a:spcBef>
                <a:spcPts val="0"/>
              </a:spcBef>
              <a:spcAft>
                <a:spcPts val="0"/>
              </a:spcAft>
              <a:buClr>
                <a:srgbClr val="000000"/>
              </a:buClr>
              <a:buFont typeface="Arial"/>
              <a:buNone/>
            </a:pPr>
            <a:r>
              <a:t/>
            </a:r>
            <a:endParaRPr b="0" i="0" sz="1400" u="none" cap="none" strike="noStrike">
              <a:solidFill>
                <a:srgbClr val="000000"/>
              </a:solidFill>
              <a:latin typeface="Arial"/>
              <a:ea typeface="Arial"/>
              <a:cs typeface="Arial"/>
              <a:sym typeface="Arial"/>
            </a:endParaRPr>
          </a:p>
          <a:p>
            <a:pPr indent="0" lvl="2" marL="914400" marR="0" rtl="0" algn="l">
              <a:lnSpc>
                <a:spcPct val="100000"/>
              </a:lnSpc>
              <a:spcBef>
                <a:spcPts val="0"/>
              </a:spcBef>
              <a:spcAft>
                <a:spcPts val="0"/>
              </a:spcAft>
              <a:buClr>
                <a:srgbClr val="000000"/>
              </a:buClr>
              <a:buFont typeface="Arial"/>
              <a:buNone/>
            </a:pPr>
            <a:r>
              <a:t/>
            </a:r>
            <a:endParaRPr b="0" i="0" sz="1400" u="none" cap="none" strike="noStrike">
              <a:solidFill>
                <a:srgbClr val="000000"/>
              </a:solidFill>
              <a:latin typeface="Arial"/>
              <a:ea typeface="Arial"/>
              <a:cs typeface="Arial"/>
              <a:sym typeface="Arial"/>
            </a:endParaRPr>
          </a:p>
          <a:p>
            <a:pPr indent="0" lvl="3" marL="1371600" marR="0" rtl="0" algn="l">
              <a:lnSpc>
                <a:spcPct val="100000"/>
              </a:lnSpc>
              <a:spcBef>
                <a:spcPts val="0"/>
              </a:spcBef>
              <a:spcAft>
                <a:spcPts val="0"/>
              </a:spcAft>
              <a:buClr>
                <a:srgbClr val="000000"/>
              </a:buClr>
              <a:buFont typeface="Arial"/>
              <a:buNone/>
            </a:pPr>
            <a:r>
              <a:t/>
            </a:r>
            <a:endParaRPr b="0" i="0" sz="1400" u="none" cap="none" strike="noStrike">
              <a:solidFill>
                <a:srgbClr val="000000"/>
              </a:solidFill>
              <a:latin typeface="Arial"/>
              <a:ea typeface="Arial"/>
              <a:cs typeface="Arial"/>
              <a:sym typeface="Arial"/>
            </a:endParaRPr>
          </a:p>
          <a:p>
            <a:pPr indent="0" lvl="4" marL="1828800" marR="0" rtl="0" algn="l">
              <a:lnSpc>
                <a:spcPct val="100000"/>
              </a:lnSpc>
              <a:spcBef>
                <a:spcPts val="0"/>
              </a:spcBef>
              <a:spcAft>
                <a:spcPts val="0"/>
              </a:spcAft>
              <a:buClr>
                <a:srgbClr val="000000"/>
              </a:buClr>
              <a:buFont typeface="Arial"/>
              <a:buNone/>
            </a:pPr>
            <a:r>
              <a:t/>
            </a:r>
            <a:endParaRPr b="0" i="0" sz="1400" u="none" cap="none" strike="noStrike">
              <a:solidFill>
                <a:srgbClr val="000000"/>
              </a:solidFill>
              <a:latin typeface="Arial"/>
              <a:ea typeface="Arial"/>
              <a:cs typeface="Arial"/>
              <a:sym typeface="Arial"/>
            </a:endParaRPr>
          </a:p>
          <a:p>
            <a:pPr indent="0" lvl="5" marL="2286000" marR="0" rtl="0" algn="l">
              <a:lnSpc>
                <a:spcPct val="100000"/>
              </a:lnSpc>
              <a:spcBef>
                <a:spcPts val="0"/>
              </a:spcBef>
              <a:spcAft>
                <a:spcPts val="0"/>
              </a:spcAft>
              <a:buClr>
                <a:srgbClr val="000000"/>
              </a:buClr>
              <a:buFont typeface="Arial"/>
              <a:buNone/>
            </a:pPr>
            <a:r>
              <a:t/>
            </a:r>
            <a:endParaRPr b="0" i="0" sz="1400" u="none" cap="none" strike="noStrike">
              <a:solidFill>
                <a:srgbClr val="000000"/>
              </a:solidFill>
              <a:latin typeface="Arial"/>
              <a:ea typeface="Arial"/>
              <a:cs typeface="Arial"/>
              <a:sym typeface="Arial"/>
            </a:endParaRPr>
          </a:p>
          <a:p>
            <a:pPr indent="0" lvl="6" marL="2743200" marR="0" rtl="0" algn="l">
              <a:lnSpc>
                <a:spcPct val="100000"/>
              </a:lnSpc>
              <a:spcBef>
                <a:spcPts val="0"/>
              </a:spcBef>
              <a:spcAft>
                <a:spcPts val="0"/>
              </a:spcAft>
              <a:buClr>
                <a:srgbClr val="000000"/>
              </a:buClr>
              <a:buFont typeface="Arial"/>
              <a:buNone/>
            </a:pPr>
            <a:r>
              <a:t/>
            </a:r>
            <a:endParaRPr b="0" i="0" sz="1400" u="none" cap="none" strike="noStrike">
              <a:solidFill>
                <a:srgbClr val="000000"/>
              </a:solidFill>
              <a:latin typeface="Arial"/>
              <a:ea typeface="Arial"/>
              <a:cs typeface="Arial"/>
              <a:sym typeface="Arial"/>
            </a:endParaRPr>
          </a:p>
          <a:p>
            <a:pPr indent="0" lvl="7" marL="3200400" marR="0" rtl="0" algn="l">
              <a:lnSpc>
                <a:spcPct val="100000"/>
              </a:lnSpc>
              <a:spcBef>
                <a:spcPts val="0"/>
              </a:spcBef>
              <a:spcAft>
                <a:spcPts val="0"/>
              </a:spcAft>
              <a:buClr>
                <a:srgbClr val="000000"/>
              </a:buClr>
              <a:buFont typeface="Arial"/>
              <a:buNone/>
            </a:pPr>
            <a:r>
              <a:t/>
            </a:r>
            <a:endParaRPr b="0" i="0" sz="1400" u="none" cap="none" strike="noStrike">
              <a:solidFill>
                <a:srgbClr val="000000"/>
              </a:solidFill>
              <a:latin typeface="Arial"/>
              <a:ea typeface="Arial"/>
              <a:cs typeface="Arial"/>
              <a:sym typeface="Arial"/>
            </a:endParaRPr>
          </a:p>
          <a:p>
            <a:pPr indent="0" lvl="8" marL="3657600" marR="0" rtl="0" algn="l">
              <a:lnSpc>
                <a:spcPct val="100000"/>
              </a:lnSpc>
              <a:spcBef>
                <a:spcPts val="0"/>
              </a:spcBef>
              <a:spcAft>
                <a:spcPts val="0"/>
              </a:spcAft>
              <a:buClr>
                <a:srgbClr val="000000"/>
              </a:buClr>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woColTx">
  <p:cSld name="Title and two columns">
    <p:spTree>
      <p:nvGrpSpPr>
        <p:cNvPr id="69" name="Shape 69"/>
        <p:cNvGrpSpPr/>
        <p:nvPr/>
      </p:nvGrpSpPr>
      <p:grpSpPr>
        <a:xfrm>
          <a:off x="0" y="0"/>
          <a:ext cx="0" cy="0"/>
          <a:chOff x="0" y="0"/>
          <a:chExt cx="0" cy="0"/>
        </a:xfrm>
      </p:grpSpPr>
      <p:sp>
        <p:nvSpPr>
          <p:cNvPr id="70" name="Shape 70"/>
          <p:cNvSpPr txBox="1"/>
          <p:nvPr>
            <p:ph type="title"/>
          </p:nvPr>
        </p:nvSpPr>
        <p:spPr>
          <a:xfrm>
            <a:off x="457200" y="205977"/>
            <a:ext cx="8229600" cy="857400"/>
          </a:xfrm>
          <a:prstGeom prst="rect">
            <a:avLst/>
          </a:prstGeom>
          <a:noFill/>
          <a:ln>
            <a:noFill/>
          </a:ln>
        </p:spPr>
        <p:txBody>
          <a:bodyPr anchorCtr="0" anchor="b" bIns="91425" lIns="91425" rIns="91425" tIns="91425"/>
          <a:lstStyle>
            <a:lvl1pPr indent="0" lvl="0" marL="0" marR="0" rtl="0" algn="l">
              <a:lnSpc>
                <a:spcPct val="100000"/>
              </a:lnSpc>
              <a:spcBef>
                <a:spcPts val="0"/>
              </a:spcBef>
              <a:spcAft>
                <a:spcPts val="0"/>
              </a:spcAft>
              <a:buClr>
                <a:schemeClr val="dk1"/>
              </a:buClr>
              <a:buFont typeface="Arial"/>
              <a:buNone/>
              <a:defRPr b="1" i="0" sz="3600" u="none" cap="none" strike="noStrike">
                <a:solidFill>
                  <a:schemeClr val="dk1"/>
                </a:solidFill>
                <a:latin typeface="Arial"/>
                <a:ea typeface="Arial"/>
                <a:cs typeface="Arial"/>
                <a:sym typeface="Arial"/>
              </a:defRPr>
            </a:lvl1pPr>
            <a:lvl2pPr indent="0" lvl="1" rtl="0">
              <a:spcBef>
                <a:spcPts val="0"/>
              </a:spcBef>
              <a:buClr>
                <a:schemeClr val="dk1"/>
              </a:buClr>
              <a:buFont typeface="Arial"/>
              <a:buNone/>
              <a:defRPr b="1" sz="3600">
                <a:solidFill>
                  <a:schemeClr val="dk1"/>
                </a:solidFill>
              </a:defRPr>
            </a:lvl2pPr>
            <a:lvl3pPr indent="0" lvl="2" rtl="0">
              <a:spcBef>
                <a:spcPts val="0"/>
              </a:spcBef>
              <a:buClr>
                <a:schemeClr val="dk1"/>
              </a:buClr>
              <a:buFont typeface="Arial"/>
              <a:buNone/>
              <a:defRPr b="1" sz="3600">
                <a:solidFill>
                  <a:schemeClr val="dk1"/>
                </a:solidFill>
              </a:defRPr>
            </a:lvl3pPr>
            <a:lvl4pPr indent="0" lvl="3" rtl="0">
              <a:spcBef>
                <a:spcPts val="0"/>
              </a:spcBef>
              <a:buClr>
                <a:schemeClr val="dk1"/>
              </a:buClr>
              <a:buFont typeface="Arial"/>
              <a:buNone/>
              <a:defRPr b="1" sz="3600">
                <a:solidFill>
                  <a:schemeClr val="dk1"/>
                </a:solidFill>
              </a:defRPr>
            </a:lvl4pPr>
            <a:lvl5pPr indent="0" lvl="4" rtl="0">
              <a:spcBef>
                <a:spcPts val="0"/>
              </a:spcBef>
              <a:buClr>
                <a:schemeClr val="dk1"/>
              </a:buClr>
              <a:buFont typeface="Arial"/>
              <a:buNone/>
              <a:defRPr b="1" sz="3600">
                <a:solidFill>
                  <a:schemeClr val="dk1"/>
                </a:solidFill>
              </a:defRPr>
            </a:lvl5pPr>
            <a:lvl6pPr indent="0" lvl="5" rtl="0">
              <a:spcBef>
                <a:spcPts val="0"/>
              </a:spcBef>
              <a:buClr>
                <a:schemeClr val="dk1"/>
              </a:buClr>
              <a:buFont typeface="Arial"/>
              <a:buNone/>
              <a:defRPr b="1" sz="3600">
                <a:solidFill>
                  <a:schemeClr val="dk1"/>
                </a:solidFill>
              </a:defRPr>
            </a:lvl6pPr>
            <a:lvl7pPr indent="0" lvl="6" rtl="0">
              <a:spcBef>
                <a:spcPts val="0"/>
              </a:spcBef>
              <a:buClr>
                <a:schemeClr val="dk1"/>
              </a:buClr>
              <a:buFont typeface="Arial"/>
              <a:buNone/>
              <a:defRPr b="1" sz="3600">
                <a:solidFill>
                  <a:schemeClr val="dk1"/>
                </a:solidFill>
              </a:defRPr>
            </a:lvl7pPr>
            <a:lvl8pPr indent="0" lvl="7" rtl="0">
              <a:spcBef>
                <a:spcPts val="0"/>
              </a:spcBef>
              <a:buClr>
                <a:schemeClr val="dk1"/>
              </a:buClr>
              <a:buFont typeface="Arial"/>
              <a:buNone/>
              <a:defRPr b="1" sz="3600">
                <a:solidFill>
                  <a:schemeClr val="dk1"/>
                </a:solidFill>
              </a:defRPr>
            </a:lvl8pPr>
            <a:lvl9pPr indent="0" lvl="8" rtl="0">
              <a:spcBef>
                <a:spcPts val="0"/>
              </a:spcBef>
              <a:buClr>
                <a:schemeClr val="dk1"/>
              </a:buClr>
              <a:buFont typeface="Arial"/>
              <a:buNone/>
              <a:defRPr b="1" sz="3600">
                <a:solidFill>
                  <a:schemeClr val="dk1"/>
                </a:solidFill>
              </a:defRPr>
            </a:lvl9pPr>
          </a:lstStyle>
          <a:p/>
        </p:txBody>
      </p:sp>
      <p:sp>
        <p:nvSpPr>
          <p:cNvPr id="71" name="Shape 71"/>
          <p:cNvSpPr txBox="1"/>
          <p:nvPr>
            <p:ph idx="1" type="body"/>
          </p:nvPr>
        </p:nvSpPr>
        <p:spPr>
          <a:xfrm>
            <a:off x="457200" y="1200150"/>
            <a:ext cx="3994500" cy="3725700"/>
          </a:xfrm>
          <a:prstGeom prst="rect">
            <a:avLst/>
          </a:prstGeom>
          <a:noFill/>
          <a:ln>
            <a:noFill/>
          </a:ln>
        </p:spPr>
        <p:txBody>
          <a:bodyPr anchorCtr="0" anchor="t" bIns="91425" lIns="91425" rIns="91425" tIns="91425"/>
          <a:lstStyle>
            <a:lvl1pPr indent="0" lvl="0" marL="0" marR="0" rtl="0" algn="l">
              <a:lnSpc>
                <a:spcPct val="100000"/>
              </a:lnSpc>
              <a:spcBef>
                <a:spcPts val="0"/>
              </a:spcBef>
              <a:spcAft>
                <a:spcPts val="0"/>
              </a:spcAft>
              <a:buClr>
                <a:schemeClr val="dk1"/>
              </a:buClr>
              <a:buFont typeface="Arial"/>
              <a:buNone/>
              <a:defRPr b="0" i="0" sz="3000" u="none" cap="none" strike="noStrike">
                <a:solidFill>
                  <a:schemeClr val="dk1"/>
                </a:solidFill>
                <a:latin typeface="Arial"/>
                <a:ea typeface="Arial"/>
                <a:cs typeface="Arial"/>
                <a:sym typeface="Arial"/>
              </a:defRPr>
            </a:lvl1pPr>
            <a:lvl2pPr indent="0" lvl="1" marL="457200" marR="0" rtl="0" algn="l">
              <a:lnSpc>
                <a:spcPct val="100000"/>
              </a:lnSpc>
              <a:spcBef>
                <a:spcPts val="0"/>
              </a:spcBef>
              <a:spcAft>
                <a:spcPts val="0"/>
              </a:spcAft>
              <a:buClr>
                <a:schemeClr val="dk1"/>
              </a:buClr>
              <a:buFont typeface="Arial"/>
              <a:buNone/>
              <a:defRPr b="0" i="0" sz="2400" u="none" cap="none" strike="noStrike">
                <a:solidFill>
                  <a:schemeClr val="dk1"/>
                </a:solidFill>
                <a:latin typeface="Arial"/>
                <a:ea typeface="Arial"/>
                <a:cs typeface="Arial"/>
                <a:sym typeface="Arial"/>
              </a:defRPr>
            </a:lvl2pPr>
            <a:lvl3pPr indent="0" lvl="2" marL="914400" marR="0" rtl="0" algn="l">
              <a:lnSpc>
                <a:spcPct val="100000"/>
              </a:lnSpc>
              <a:spcBef>
                <a:spcPts val="0"/>
              </a:spcBef>
              <a:spcAft>
                <a:spcPts val="0"/>
              </a:spcAft>
              <a:buClr>
                <a:schemeClr val="dk1"/>
              </a:buClr>
              <a:buFont typeface="Arial"/>
              <a:buNone/>
              <a:defRPr b="0" i="0" sz="2400" u="none" cap="none" strike="noStrike">
                <a:solidFill>
                  <a:schemeClr val="dk1"/>
                </a:solidFill>
                <a:latin typeface="Arial"/>
                <a:ea typeface="Arial"/>
                <a:cs typeface="Arial"/>
                <a:sym typeface="Arial"/>
              </a:defRPr>
            </a:lvl3pPr>
            <a:lvl4pPr indent="0" lvl="3" marL="1371600" marR="0" rtl="0" algn="l">
              <a:lnSpc>
                <a:spcPct val="100000"/>
              </a:lnSpc>
              <a:spcBef>
                <a:spcPts val="0"/>
              </a:spcBef>
              <a:spcAft>
                <a:spcPts val="0"/>
              </a:spcAft>
              <a:buClr>
                <a:schemeClr val="dk1"/>
              </a:buClr>
              <a:buFont typeface="Arial"/>
              <a:buNone/>
              <a:defRPr b="0" i="0" sz="1800" u="none" cap="none" strike="noStrike">
                <a:solidFill>
                  <a:schemeClr val="dk1"/>
                </a:solidFill>
                <a:latin typeface="Arial"/>
                <a:ea typeface="Arial"/>
                <a:cs typeface="Arial"/>
                <a:sym typeface="Arial"/>
              </a:defRPr>
            </a:lvl4pPr>
            <a:lvl5pPr indent="0" lvl="4" marL="1828800" marR="0" rtl="0" algn="l">
              <a:lnSpc>
                <a:spcPct val="100000"/>
              </a:lnSpc>
              <a:spcBef>
                <a:spcPts val="0"/>
              </a:spcBef>
              <a:spcAft>
                <a:spcPts val="0"/>
              </a:spcAft>
              <a:buClr>
                <a:schemeClr val="dk1"/>
              </a:buClr>
              <a:buFont typeface="Arial"/>
              <a:buNone/>
              <a:defRPr b="0" i="0" sz="1800" u="none" cap="none" strike="noStrike">
                <a:solidFill>
                  <a:schemeClr val="dk1"/>
                </a:solidFill>
                <a:latin typeface="Arial"/>
                <a:ea typeface="Arial"/>
                <a:cs typeface="Arial"/>
                <a:sym typeface="Arial"/>
              </a:defRPr>
            </a:lvl5pPr>
            <a:lvl6pPr indent="0" lvl="5" marL="2286000" marR="0" rtl="0" algn="l">
              <a:lnSpc>
                <a:spcPct val="100000"/>
              </a:lnSpc>
              <a:spcBef>
                <a:spcPts val="0"/>
              </a:spcBef>
              <a:spcAft>
                <a:spcPts val="0"/>
              </a:spcAft>
              <a:buClr>
                <a:schemeClr val="dk1"/>
              </a:buClr>
              <a:buFont typeface="Arial"/>
              <a:buNone/>
              <a:defRPr b="0" i="0" sz="1800" u="none" cap="none" strike="noStrike">
                <a:solidFill>
                  <a:schemeClr val="dk1"/>
                </a:solidFill>
                <a:latin typeface="Arial"/>
                <a:ea typeface="Arial"/>
                <a:cs typeface="Arial"/>
                <a:sym typeface="Arial"/>
              </a:defRPr>
            </a:lvl6pPr>
            <a:lvl7pPr indent="0" lvl="6" marL="2743200" marR="0" rtl="0" algn="l">
              <a:lnSpc>
                <a:spcPct val="100000"/>
              </a:lnSpc>
              <a:spcBef>
                <a:spcPts val="0"/>
              </a:spcBef>
              <a:spcAft>
                <a:spcPts val="0"/>
              </a:spcAft>
              <a:buClr>
                <a:schemeClr val="dk1"/>
              </a:buClr>
              <a:buFont typeface="Arial"/>
              <a:buNone/>
              <a:defRPr b="0" i="0" sz="1800" u="none" cap="none" strike="noStrike">
                <a:solidFill>
                  <a:schemeClr val="dk1"/>
                </a:solidFill>
                <a:latin typeface="Arial"/>
                <a:ea typeface="Arial"/>
                <a:cs typeface="Arial"/>
                <a:sym typeface="Arial"/>
              </a:defRPr>
            </a:lvl7pPr>
            <a:lvl8pPr indent="0" lvl="7" marL="3200400" marR="0" rtl="0" algn="l">
              <a:lnSpc>
                <a:spcPct val="100000"/>
              </a:lnSpc>
              <a:spcBef>
                <a:spcPts val="0"/>
              </a:spcBef>
              <a:spcAft>
                <a:spcPts val="0"/>
              </a:spcAft>
              <a:buClr>
                <a:schemeClr val="dk1"/>
              </a:buClr>
              <a:buFont typeface="Arial"/>
              <a:buNone/>
              <a:defRPr b="0" i="0" sz="1800" u="none" cap="none" strike="noStrike">
                <a:solidFill>
                  <a:schemeClr val="dk1"/>
                </a:solidFill>
                <a:latin typeface="Arial"/>
                <a:ea typeface="Arial"/>
                <a:cs typeface="Arial"/>
                <a:sym typeface="Arial"/>
              </a:defRPr>
            </a:lvl8pPr>
            <a:lvl9pPr indent="0" lvl="8" marL="3657600" marR="0" rtl="0" algn="l">
              <a:lnSpc>
                <a:spcPct val="100000"/>
              </a:lnSpc>
              <a:spcBef>
                <a:spcPts val="0"/>
              </a:spcBef>
              <a:spcAft>
                <a:spcPts val="0"/>
              </a:spcAft>
              <a:buClr>
                <a:schemeClr val="dk1"/>
              </a:buClr>
              <a:buFont typeface="Arial"/>
              <a:buNone/>
              <a:defRPr b="0" i="0" sz="1800" u="none" cap="none" strike="noStrike">
                <a:solidFill>
                  <a:schemeClr val="dk1"/>
                </a:solidFill>
                <a:latin typeface="Arial"/>
                <a:ea typeface="Arial"/>
                <a:cs typeface="Arial"/>
                <a:sym typeface="Arial"/>
              </a:defRPr>
            </a:lvl9pPr>
          </a:lstStyle>
          <a:p/>
        </p:txBody>
      </p:sp>
      <p:sp>
        <p:nvSpPr>
          <p:cNvPr id="72" name="Shape 72"/>
          <p:cNvSpPr txBox="1"/>
          <p:nvPr>
            <p:ph idx="2" type="body"/>
          </p:nvPr>
        </p:nvSpPr>
        <p:spPr>
          <a:xfrm>
            <a:off x="4692273" y="1200150"/>
            <a:ext cx="3994499" cy="3725700"/>
          </a:xfrm>
          <a:prstGeom prst="rect">
            <a:avLst/>
          </a:prstGeom>
          <a:noFill/>
          <a:ln>
            <a:noFill/>
          </a:ln>
        </p:spPr>
        <p:txBody>
          <a:bodyPr anchorCtr="0" anchor="t" bIns="91425" lIns="91425" rIns="91425" tIns="91425"/>
          <a:lstStyle>
            <a:lvl1pPr indent="0" lvl="0" marL="0" marR="0" rtl="0" algn="l">
              <a:lnSpc>
                <a:spcPct val="100000"/>
              </a:lnSpc>
              <a:spcBef>
                <a:spcPts val="0"/>
              </a:spcBef>
              <a:spcAft>
                <a:spcPts val="0"/>
              </a:spcAft>
              <a:buClr>
                <a:schemeClr val="dk1"/>
              </a:buClr>
              <a:buFont typeface="Arial"/>
              <a:buNone/>
              <a:defRPr b="0" i="0" sz="3000" u="none" cap="none" strike="noStrike">
                <a:solidFill>
                  <a:schemeClr val="dk1"/>
                </a:solidFill>
                <a:latin typeface="Arial"/>
                <a:ea typeface="Arial"/>
                <a:cs typeface="Arial"/>
                <a:sym typeface="Arial"/>
              </a:defRPr>
            </a:lvl1pPr>
            <a:lvl2pPr indent="0" lvl="1" marL="457200" marR="0" rtl="0" algn="l">
              <a:lnSpc>
                <a:spcPct val="100000"/>
              </a:lnSpc>
              <a:spcBef>
                <a:spcPts val="0"/>
              </a:spcBef>
              <a:spcAft>
                <a:spcPts val="0"/>
              </a:spcAft>
              <a:buClr>
                <a:schemeClr val="dk1"/>
              </a:buClr>
              <a:buFont typeface="Arial"/>
              <a:buNone/>
              <a:defRPr b="0" i="0" sz="2400" u="none" cap="none" strike="noStrike">
                <a:solidFill>
                  <a:schemeClr val="dk1"/>
                </a:solidFill>
                <a:latin typeface="Arial"/>
                <a:ea typeface="Arial"/>
                <a:cs typeface="Arial"/>
                <a:sym typeface="Arial"/>
              </a:defRPr>
            </a:lvl2pPr>
            <a:lvl3pPr indent="0" lvl="2" marL="914400" marR="0" rtl="0" algn="l">
              <a:lnSpc>
                <a:spcPct val="100000"/>
              </a:lnSpc>
              <a:spcBef>
                <a:spcPts val="0"/>
              </a:spcBef>
              <a:spcAft>
                <a:spcPts val="0"/>
              </a:spcAft>
              <a:buClr>
                <a:schemeClr val="dk1"/>
              </a:buClr>
              <a:buFont typeface="Arial"/>
              <a:buNone/>
              <a:defRPr b="0" i="0" sz="2400" u="none" cap="none" strike="noStrike">
                <a:solidFill>
                  <a:schemeClr val="dk1"/>
                </a:solidFill>
                <a:latin typeface="Arial"/>
                <a:ea typeface="Arial"/>
                <a:cs typeface="Arial"/>
                <a:sym typeface="Arial"/>
              </a:defRPr>
            </a:lvl3pPr>
            <a:lvl4pPr indent="0" lvl="3" marL="1371600" marR="0" rtl="0" algn="l">
              <a:lnSpc>
                <a:spcPct val="100000"/>
              </a:lnSpc>
              <a:spcBef>
                <a:spcPts val="0"/>
              </a:spcBef>
              <a:spcAft>
                <a:spcPts val="0"/>
              </a:spcAft>
              <a:buClr>
                <a:schemeClr val="dk1"/>
              </a:buClr>
              <a:buFont typeface="Arial"/>
              <a:buNone/>
              <a:defRPr b="0" i="0" sz="1800" u="none" cap="none" strike="noStrike">
                <a:solidFill>
                  <a:schemeClr val="dk1"/>
                </a:solidFill>
                <a:latin typeface="Arial"/>
                <a:ea typeface="Arial"/>
                <a:cs typeface="Arial"/>
                <a:sym typeface="Arial"/>
              </a:defRPr>
            </a:lvl4pPr>
            <a:lvl5pPr indent="0" lvl="4" marL="1828800" marR="0" rtl="0" algn="l">
              <a:lnSpc>
                <a:spcPct val="100000"/>
              </a:lnSpc>
              <a:spcBef>
                <a:spcPts val="0"/>
              </a:spcBef>
              <a:spcAft>
                <a:spcPts val="0"/>
              </a:spcAft>
              <a:buClr>
                <a:schemeClr val="dk1"/>
              </a:buClr>
              <a:buFont typeface="Arial"/>
              <a:buNone/>
              <a:defRPr b="0" i="0" sz="1800" u="none" cap="none" strike="noStrike">
                <a:solidFill>
                  <a:schemeClr val="dk1"/>
                </a:solidFill>
                <a:latin typeface="Arial"/>
                <a:ea typeface="Arial"/>
                <a:cs typeface="Arial"/>
                <a:sym typeface="Arial"/>
              </a:defRPr>
            </a:lvl5pPr>
            <a:lvl6pPr indent="0" lvl="5" marL="2286000" marR="0" rtl="0" algn="l">
              <a:lnSpc>
                <a:spcPct val="100000"/>
              </a:lnSpc>
              <a:spcBef>
                <a:spcPts val="0"/>
              </a:spcBef>
              <a:spcAft>
                <a:spcPts val="0"/>
              </a:spcAft>
              <a:buClr>
                <a:schemeClr val="dk1"/>
              </a:buClr>
              <a:buFont typeface="Arial"/>
              <a:buNone/>
              <a:defRPr b="0" i="0" sz="1800" u="none" cap="none" strike="noStrike">
                <a:solidFill>
                  <a:schemeClr val="dk1"/>
                </a:solidFill>
                <a:latin typeface="Arial"/>
                <a:ea typeface="Arial"/>
                <a:cs typeface="Arial"/>
                <a:sym typeface="Arial"/>
              </a:defRPr>
            </a:lvl6pPr>
            <a:lvl7pPr indent="0" lvl="6" marL="2743200" marR="0" rtl="0" algn="l">
              <a:lnSpc>
                <a:spcPct val="100000"/>
              </a:lnSpc>
              <a:spcBef>
                <a:spcPts val="0"/>
              </a:spcBef>
              <a:spcAft>
                <a:spcPts val="0"/>
              </a:spcAft>
              <a:buClr>
                <a:schemeClr val="dk1"/>
              </a:buClr>
              <a:buFont typeface="Arial"/>
              <a:buNone/>
              <a:defRPr b="0" i="0" sz="1800" u="none" cap="none" strike="noStrike">
                <a:solidFill>
                  <a:schemeClr val="dk1"/>
                </a:solidFill>
                <a:latin typeface="Arial"/>
                <a:ea typeface="Arial"/>
                <a:cs typeface="Arial"/>
                <a:sym typeface="Arial"/>
              </a:defRPr>
            </a:lvl7pPr>
            <a:lvl8pPr indent="0" lvl="7" marL="3200400" marR="0" rtl="0" algn="l">
              <a:lnSpc>
                <a:spcPct val="100000"/>
              </a:lnSpc>
              <a:spcBef>
                <a:spcPts val="0"/>
              </a:spcBef>
              <a:spcAft>
                <a:spcPts val="0"/>
              </a:spcAft>
              <a:buClr>
                <a:schemeClr val="dk1"/>
              </a:buClr>
              <a:buFont typeface="Arial"/>
              <a:buNone/>
              <a:defRPr b="0" i="0" sz="1800" u="none" cap="none" strike="noStrike">
                <a:solidFill>
                  <a:schemeClr val="dk1"/>
                </a:solidFill>
                <a:latin typeface="Arial"/>
                <a:ea typeface="Arial"/>
                <a:cs typeface="Arial"/>
                <a:sym typeface="Arial"/>
              </a:defRPr>
            </a:lvl8pPr>
            <a:lvl9pPr indent="0" lvl="8" marL="3657600" marR="0" rtl="0" algn="l">
              <a:lnSpc>
                <a:spcPct val="100000"/>
              </a:lnSpc>
              <a:spcBef>
                <a:spcPts val="0"/>
              </a:spcBef>
              <a:spcAft>
                <a:spcPts val="0"/>
              </a:spcAft>
              <a:buClr>
                <a:schemeClr val="dk1"/>
              </a:buClr>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itleOnly">
  <p:cSld name="Title only">
    <p:spTree>
      <p:nvGrpSpPr>
        <p:cNvPr id="73" name="Shape 73"/>
        <p:cNvGrpSpPr/>
        <p:nvPr/>
      </p:nvGrpSpPr>
      <p:grpSpPr>
        <a:xfrm>
          <a:off x="0" y="0"/>
          <a:ext cx="0" cy="0"/>
          <a:chOff x="0" y="0"/>
          <a:chExt cx="0" cy="0"/>
        </a:xfrm>
      </p:grpSpPr>
      <p:sp>
        <p:nvSpPr>
          <p:cNvPr id="74" name="Shape 74"/>
          <p:cNvSpPr txBox="1"/>
          <p:nvPr>
            <p:ph type="title"/>
          </p:nvPr>
        </p:nvSpPr>
        <p:spPr>
          <a:xfrm>
            <a:off x="457200" y="205977"/>
            <a:ext cx="8229600" cy="857400"/>
          </a:xfrm>
          <a:prstGeom prst="rect">
            <a:avLst/>
          </a:prstGeom>
          <a:noFill/>
          <a:ln>
            <a:noFill/>
          </a:ln>
        </p:spPr>
        <p:txBody>
          <a:bodyPr anchorCtr="0" anchor="b" bIns="91425" lIns="91425" rIns="91425" tIns="91425"/>
          <a:lstStyle>
            <a:lvl1pPr indent="0" lvl="0" marL="0" marR="0" rtl="0" algn="l">
              <a:lnSpc>
                <a:spcPct val="100000"/>
              </a:lnSpc>
              <a:spcBef>
                <a:spcPts val="0"/>
              </a:spcBef>
              <a:spcAft>
                <a:spcPts val="0"/>
              </a:spcAft>
              <a:buClr>
                <a:schemeClr val="dk1"/>
              </a:buClr>
              <a:buFont typeface="Arial"/>
              <a:buNone/>
              <a:defRPr b="1" i="0" sz="3600" u="none" cap="none" strike="noStrike">
                <a:solidFill>
                  <a:schemeClr val="dk1"/>
                </a:solidFill>
                <a:latin typeface="Arial"/>
                <a:ea typeface="Arial"/>
                <a:cs typeface="Arial"/>
                <a:sym typeface="Arial"/>
              </a:defRPr>
            </a:lvl1pPr>
            <a:lvl2pPr indent="0" lvl="1" rtl="0">
              <a:spcBef>
                <a:spcPts val="0"/>
              </a:spcBef>
              <a:buClr>
                <a:schemeClr val="dk1"/>
              </a:buClr>
              <a:buFont typeface="Arial"/>
              <a:buNone/>
              <a:defRPr b="1" sz="3600">
                <a:solidFill>
                  <a:schemeClr val="dk1"/>
                </a:solidFill>
              </a:defRPr>
            </a:lvl2pPr>
            <a:lvl3pPr indent="0" lvl="2" rtl="0">
              <a:spcBef>
                <a:spcPts val="0"/>
              </a:spcBef>
              <a:buClr>
                <a:schemeClr val="dk1"/>
              </a:buClr>
              <a:buFont typeface="Arial"/>
              <a:buNone/>
              <a:defRPr b="1" sz="3600">
                <a:solidFill>
                  <a:schemeClr val="dk1"/>
                </a:solidFill>
              </a:defRPr>
            </a:lvl3pPr>
            <a:lvl4pPr indent="0" lvl="3" rtl="0">
              <a:spcBef>
                <a:spcPts val="0"/>
              </a:spcBef>
              <a:buClr>
                <a:schemeClr val="dk1"/>
              </a:buClr>
              <a:buFont typeface="Arial"/>
              <a:buNone/>
              <a:defRPr b="1" sz="3600">
                <a:solidFill>
                  <a:schemeClr val="dk1"/>
                </a:solidFill>
              </a:defRPr>
            </a:lvl4pPr>
            <a:lvl5pPr indent="0" lvl="4" rtl="0">
              <a:spcBef>
                <a:spcPts val="0"/>
              </a:spcBef>
              <a:buClr>
                <a:schemeClr val="dk1"/>
              </a:buClr>
              <a:buFont typeface="Arial"/>
              <a:buNone/>
              <a:defRPr b="1" sz="3600">
                <a:solidFill>
                  <a:schemeClr val="dk1"/>
                </a:solidFill>
              </a:defRPr>
            </a:lvl5pPr>
            <a:lvl6pPr indent="0" lvl="5" rtl="0">
              <a:spcBef>
                <a:spcPts val="0"/>
              </a:spcBef>
              <a:buClr>
                <a:schemeClr val="dk1"/>
              </a:buClr>
              <a:buFont typeface="Arial"/>
              <a:buNone/>
              <a:defRPr b="1" sz="3600">
                <a:solidFill>
                  <a:schemeClr val="dk1"/>
                </a:solidFill>
              </a:defRPr>
            </a:lvl6pPr>
            <a:lvl7pPr indent="0" lvl="6" rtl="0">
              <a:spcBef>
                <a:spcPts val="0"/>
              </a:spcBef>
              <a:buClr>
                <a:schemeClr val="dk1"/>
              </a:buClr>
              <a:buFont typeface="Arial"/>
              <a:buNone/>
              <a:defRPr b="1" sz="3600">
                <a:solidFill>
                  <a:schemeClr val="dk1"/>
                </a:solidFill>
              </a:defRPr>
            </a:lvl7pPr>
            <a:lvl8pPr indent="0" lvl="7" rtl="0">
              <a:spcBef>
                <a:spcPts val="0"/>
              </a:spcBef>
              <a:buClr>
                <a:schemeClr val="dk1"/>
              </a:buClr>
              <a:buFont typeface="Arial"/>
              <a:buNone/>
              <a:defRPr b="1" sz="3600">
                <a:solidFill>
                  <a:schemeClr val="dk1"/>
                </a:solidFill>
              </a:defRPr>
            </a:lvl8pPr>
            <a:lvl9pPr indent="0" lvl="8" rtl="0">
              <a:spcBef>
                <a:spcPts val="0"/>
              </a:spcBef>
              <a:buClr>
                <a:schemeClr val="dk1"/>
              </a:buClr>
              <a:buFont typeface="Arial"/>
              <a:buNone/>
              <a:defRPr b="1" sz="3600">
                <a:solidFill>
                  <a:schemeClr val="dk1"/>
                </a:solidFill>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name="Caption">
    <p:spTree>
      <p:nvGrpSpPr>
        <p:cNvPr id="75" name="Shape 75"/>
        <p:cNvGrpSpPr/>
        <p:nvPr/>
      </p:nvGrpSpPr>
      <p:grpSpPr>
        <a:xfrm>
          <a:off x="0" y="0"/>
          <a:ext cx="0" cy="0"/>
          <a:chOff x="0" y="0"/>
          <a:chExt cx="0" cy="0"/>
        </a:xfrm>
      </p:grpSpPr>
      <p:sp>
        <p:nvSpPr>
          <p:cNvPr id="76" name="Shape 76"/>
          <p:cNvSpPr txBox="1"/>
          <p:nvPr>
            <p:ph idx="1" type="body"/>
          </p:nvPr>
        </p:nvSpPr>
        <p:spPr>
          <a:xfrm>
            <a:off x="457200" y="4406308"/>
            <a:ext cx="8229600" cy="519600"/>
          </a:xfrm>
          <a:prstGeom prst="rect">
            <a:avLst/>
          </a:prstGeom>
          <a:noFill/>
          <a:ln>
            <a:noFill/>
          </a:ln>
        </p:spPr>
        <p:txBody>
          <a:bodyPr anchorCtr="0" anchor="t" bIns="91425" lIns="91425" rIns="91425" tIns="91425"/>
          <a:lstStyle>
            <a:lvl1pPr indent="0" lvl="0" marL="0" marR="0" rtl="0" algn="ctr">
              <a:lnSpc>
                <a:spcPct val="100000"/>
              </a:lnSpc>
              <a:spcBef>
                <a:spcPts val="360"/>
              </a:spcBef>
              <a:spcAft>
                <a:spcPts val="0"/>
              </a:spcAft>
              <a:buClr>
                <a:schemeClr val="dk1"/>
              </a:buClr>
              <a:buFont typeface="Arial"/>
              <a:buNone/>
              <a:defRPr b="0" i="0" sz="1800" u="none" cap="none" strike="noStrike">
                <a:solidFill>
                  <a:schemeClr val="dk1"/>
                </a:solidFill>
                <a:latin typeface="Arial"/>
                <a:ea typeface="Arial"/>
                <a:cs typeface="Arial"/>
                <a:sym typeface="Arial"/>
              </a:defRPr>
            </a:lvl1pPr>
            <a:lvl2pPr indent="0" lvl="1" marL="457200" marR="0" rtl="0" algn="l">
              <a:lnSpc>
                <a:spcPct val="100000"/>
              </a:lnSpc>
              <a:spcBef>
                <a:spcPts val="480"/>
              </a:spcBef>
              <a:spcAft>
                <a:spcPts val="0"/>
              </a:spcAft>
              <a:buClr>
                <a:schemeClr val="dk1"/>
              </a:buClr>
              <a:buFont typeface="Arial"/>
              <a:buNone/>
              <a:defRPr b="0" i="0" sz="2400" u="none" cap="none" strike="noStrike">
                <a:solidFill>
                  <a:schemeClr val="dk1"/>
                </a:solidFill>
                <a:latin typeface="Arial"/>
                <a:ea typeface="Arial"/>
                <a:cs typeface="Arial"/>
                <a:sym typeface="Arial"/>
              </a:defRPr>
            </a:lvl2pPr>
            <a:lvl3pPr indent="0" lvl="2" marL="914400" marR="0" rtl="0" algn="l">
              <a:lnSpc>
                <a:spcPct val="100000"/>
              </a:lnSpc>
              <a:spcBef>
                <a:spcPts val="480"/>
              </a:spcBef>
              <a:spcAft>
                <a:spcPts val="0"/>
              </a:spcAft>
              <a:buClr>
                <a:schemeClr val="dk1"/>
              </a:buClr>
              <a:buFont typeface="Arial"/>
              <a:buNone/>
              <a:defRPr b="0" i="0" sz="2400" u="none" cap="none" strike="noStrike">
                <a:solidFill>
                  <a:schemeClr val="dk1"/>
                </a:solidFill>
                <a:latin typeface="Arial"/>
                <a:ea typeface="Arial"/>
                <a:cs typeface="Arial"/>
                <a:sym typeface="Arial"/>
              </a:defRPr>
            </a:lvl3pPr>
            <a:lvl4pPr indent="0" lvl="3" marL="1371600" marR="0" rtl="0" algn="l">
              <a:lnSpc>
                <a:spcPct val="100000"/>
              </a:lnSpc>
              <a:spcBef>
                <a:spcPts val="360"/>
              </a:spcBef>
              <a:spcAft>
                <a:spcPts val="0"/>
              </a:spcAft>
              <a:buClr>
                <a:schemeClr val="dk1"/>
              </a:buClr>
              <a:buFont typeface="Arial"/>
              <a:buNone/>
              <a:defRPr b="0" i="0" sz="1800" u="none" cap="none" strike="noStrike">
                <a:solidFill>
                  <a:schemeClr val="dk1"/>
                </a:solidFill>
                <a:latin typeface="Arial"/>
                <a:ea typeface="Arial"/>
                <a:cs typeface="Arial"/>
                <a:sym typeface="Arial"/>
              </a:defRPr>
            </a:lvl4pPr>
            <a:lvl5pPr indent="0" lvl="4" marL="1828800" marR="0" rtl="0" algn="l">
              <a:lnSpc>
                <a:spcPct val="100000"/>
              </a:lnSpc>
              <a:spcBef>
                <a:spcPts val="360"/>
              </a:spcBef>
              <a:spcAft>
                <a:spcPts val="0"/>
              </a:spcAft>
              <a:buClr>
                <a:schemeClr val="dk1"/>
              </a:buClr>
              <a:buFont typeface="Arial"/>
              <a:buNone/>
              <a:defRPr b="0" i="0" sz="1800" u="none" cap="none" strike="noStrike">
                <a:solidFill>
                  <a:schemeClr val="dk1"/>
                </a:solidFill>
                <a:latin typeface="Arial"/>
                <a:ea typeface="Arial"/>
                <a:cs typeface="Arial"/>
                <a:sym typeface="Arial"/>
              </a:defRPr>
            </a:lvl5pPr>
            <a:lvl6pPr indent="0" lvl="5" marL="2286000" marR="0" rtl="0" algn="l">
              <a:lnSpc>
                <a:spcPct val="100000"/>
              </a:lnSpc>
              <a:spcBef>
                <a:spcPts val="360"/>
              </a:spcBef>
              <a:spcAft>
                <a:spcPts val="0"/>
              </a:spcAft>
              <a:buClr>
                <a:schemeClr val="dk1"/>
              </a:buClr>
              <a:buFont typeface="Arial"/>
              <a:buNone/>
              <a:defRPr b="0" i="0" sz="1800" u="none" cap="none" strike="noStrike">
                <a:solidFill>
                  <a:schemeClr val="dk1"/>
                </a:solidFill>
                <a:latin typeface="Arial"/>
                <a:ea typeface="Arial"/>
                <a:cs typeface="Arial"/>
                <a:sym typeface="Arial"/>
              </a:defRPr>
            </a:lvl6pPr>
            <a:lvl7pPr indent="0" lvl="6" marL="2743200" marR="0" rtl="0" algn="l">
              <a:lnSpc>
                <a:spcPct val="100000"/>
              </a:lnSpc>
              <a:spcBef>
                <a:spcPts val="360"/>
              </a:spcBef>
              <a:spcAft>
                <a:spcPts val="0"/>
              </a:spcAft>
              <a:buClr>
                <a:schemeClr val="dk1"/>
              </a:buClr>
              <a:buFont typeface="Arial"/>
              <a:buNone/>
              <a:defRPr b="0" i="0" sz="1800" u="none" cap="none" strike="noStrike">
                <a:solidFill>
                  <a:schemeClr val="dk1"/>
                </a:solidFill>
                <a:latin typeface="Arial"/>
                <a:ea typeface="Arial"/>
                <a:cs typeface="Arial"/>
                <a:sym typeface="Arial"/>
              </a:defRPr>
            </a:lvl7pPr>
            <a:lvl8pPr indent="0" lvl="7" marL="3200400" marR="0" rtl="0" algn="l">
              <a:lnSpc>
                <a:spcPct val="100000"/>
              </a:lnSpc>
              <a:spcBef>
                <a:spcPts val="360"/>
              </a:spcBef>
              <a:spcAft>
                <a:spcPts val="0"/>
              </a:spcAft>
              <a:buClr>
                <a:schemeClr val="dk1"/>
              </a:buClr>
              <a:buFont typeface="Arial"/>
              <a:buNone/>
              <a:defRPr b="0" i="0" sz="1800" u="none" cap="none" strike="noStrike">
                <a:solidFill>
                  <a:schemeClr val="dk1"/>
                </a:solidFill>
                <a:latin typeface="Arial"/>
                <a:ea typeface="Arial"/>
                <a:cs typeface="Arial"/>
                <a:sym typeface="Arial"/>
              </a:defRPr>
            </a:lvl8pPr>
            <a:lvl9pPr indent="0" lvl="8" marL="3657600" marR="0" rtl="0" algn="l">
              <a:lnSpc>
                <a:spcPct val="100000"/>
              </a:lnSpc>
              <a:spcBef>
                <a:spcPts val="360"/>
              </a:spcBef>
              <a:spcAft>
                <a:spcPts val="0"/>
              </a:spcAft>
              <a:buClr>
                <a:schemeClr val="dk1"/>
              </a:buClr>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blank">
  <p:cSld name="Blank">
    <p:spTree>
      <p:nvGrpSpPr>
        <p:cNvPr id="77" name="Shape 77"/>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5" name="Shape 5"/>
        <p:cNvGrpSpPr/>
        <p:nvPr/>
      </p:nvGrpSpPr>
      <p:grpSpPr>
        <a:xfrm>
          <a:off x="0" y="0"/>
          <a:ext cx="0" cy="0"/>
          <a:chOff x="0" y="0"/>
          <a:chExt cx="0" cy="0"/>
        </a:xfrm>
      </p:grpSpPr>
      <p:sp>
        <p:nvSpPr>
          <p:cNvPr id="6" name="Shape 6"/>
          <p:cNvSpPr txBox="1"/>
          <p:nvPr>
            <p:ph type="title"/>
          </p:nvPr>
        </p:nvSpPr>
        <p:spPr>
          <a:xfrm>
            <a:off x="311700" y="445025"/>
            <a:ext cx="8520600" cy="572700"/>
          </a:xfrm>
          <a:prstGeom prst="rect">
            <a:avLst/>
          </a:prstGeom>
          <a:noFill/>
          <a:ln>
            <a:noFill/>
          </a:ln>
        </p:spPr>
        <p:txBody>
          <a:bodyPr anchorCtr="0" anchor="t" bIns="91425" lIns="91425" rIns="91425" tIns="91425"/>
          <a:lstStyle>
            <a:lvl1pPr lvl="0">
              <a:spcBef>
                <a:spcPts val="0"/>
              </a:spcBef>
              <a:buClr>
                <a:schemeClr val="dk1"/>
              </a:buClr>
              <a:buSzPct val="100000"/>
              <a:buNone/>
              <a:defRPr sz="2800">
                <a:solidFill>
                  <a:schemeClr val="dk1"/>
                </a:solidFill>
              </a:defRPr>
            </a:lvl1pPr>
            <a:lvl2pPr lvl="1">
              <a:spcBef>
                <a:spcPts val="0"/>
              </a:spcBef>
              <a:buClr>
                <a:schemeClr val="dk1"/>
              </a:buClr>
              <a:buSzPct val="100000"/>
              <a:buNone/>
              <a:defRPr sz="2800">
                <a:solidFill>
                  <a:schemeClr val="dk1"/>
                </a:solidFill>
              </a:defRPr>
            </a:lvl2pPr>
            <a:lvl3pPr lvl="2">
              <a:spcBef>
                <a:spcPts val="0"/>
              </a:spcBef>
              <a:buClr>
                <a:schemeClr val="dk1"/>
              </a:buClr>
              <a:buSzPct val="100000"/>
              <a:buNone/>
              <a:defRPr sz="2800">
                <a:solidFill>
                  <a:schemeClr val="dk1"/>
                </a:solidFill>
              </a:defRPr>
            </a:lvl3pPr>
            <a:lvl4pPr lvl="3">
              <a:spcBef>
                <a:spcPts val="0"/>
              </a:spcBef>
              <a:buClr>
                <a:schemeClr val="dk1"/>
              </a:buClr>
              <a:buSzPct val="100000"/>
              <a:buNone/>
              <a:defRPr sz="2800">
                <a:solidFill>
                  <a:schemeClr val="dk1"/>
                </a:solidFill>
              </a:defRPr>
            </a:lvl4pPr>
            <a:lvl5pPr lvl="4">
              <a:spcBef>
                <a:spcPts val="0"/>
              </a:spcBef>
              <a:buClr>
                <a:schemeClr val="dk1"/>
              </a:buClr>
              <a:buSzPct val="100000"/>
              <a:buNone/>
              <a:defRPr sz="2800">
                <a:solidFill>
                  <a:schemeClr val="dk1"/>
                </a:solidFill>
              </a:defRPr>
            </a:lvl5pPr>
            <a:lvl6pPr lvl="5">
              <a:spcBef>
                <a:spcPts val="0"/>
              </a:spcBef>
              <a:buClr>
                <a:schemeClr val="dk1"/>
              </a:buClr>
              <a:buSzPct val="100000"/>
              <a:buNone/>
              <a:defRPr sz="2800">
                <a:solidFill>
                  <a:schemeClr val="dk1"/>
                </a:solidFill>
              </a:defRPr>
            </a:lvl6pPr>
            <a:lvl7pPr lvl="6">
              <a:spcBef>
                <a:spcPts val="0"/>
              </a:spcBef>
              <a:buClr>
                <a:schemeClr val="dk1"/>
              </a:buClr>
              <a:buSzPct val="100000"/>
              <a:buNone/>
              <a:defRPr sz="2800">
                <a:solidFill>
                  <a:schemeClr val="dk1"/>
                </a:solidFill>
              </a:defRPr>
            </a:lvl7pPr>
            <a:lvl8pPr lvl="7">
              <a:spcBef>
                <a:spcPts val="0"/>
              </a:spcBef>
              <a:buClr>
                <a:schemeClr val="dk1"/>
              </a:buClr>
              <a:buSzPct val="100000"/>
              <a:buNone/>
              <a:defRPr sz="2800">
                <a:solidFill>
                  <a:schemeClr val="dk1"/>
                </a:solidFill>
              </a:defRPr>
            </a:lvl8pPr>
            <a:lvl9pPr lvl="8">
              <a:spcBef>
                <a:spcPts val="0"/>
              </a:spcBef>
              <a:buClr>
                <a:schemeClr val="dk1"/>
              </a:buClr>
              <a:buSzPct val="100000"/>
              <a:buNone/>
              <a:defRPr sz="2800">
                <a:solidFill>
                  <a:schemeClr val="dk1"/>
                </a:solidFill>
              </a:defRPr>
            </a:lvl9pPr>
          </a:lstStyle>
          <a:p/>
        </p:txBody>
      </p:sp>
      <p:sp>
        <p:nvSpPr>
          <p:cNvPr id="7" name="Shape 7"/>
          <p:cNvSpPr txBox="1"/>
          <p:nvPr>
            <p:ph idx="1" type="body"/>
          </p:nvPr>
        </p:nvSpPr>
        <p:spPr>
          <a:xfrm>
            <a:off x="311700" y="1152475"/>
            <a:ext cx="8520600" cy="3416400"/>
          </a:xfrm>
          <a:prstGeom prst="rect">
            <a:avLst/>
          </a:prstGeom>
          <a:noFill/>
          <a:ln>
            <a:noFill/>
          </a:ln>
        </p:spPr>
        <p:txBody>
          <a:bodyPr anchorCtr="0" anchor="t" bIns="91425" lIns="91425" rIns="91425" tIns="91425"/>
          <a:lstStyle>
            <a:lvl1pPr lvl="0">
              <a:lnSpc>
                <a:spcPct val="115000"/>
              </a:lnSpc>
              <a:spcBef>
                <a:spcPts val="0"/>
              </a:spcBef>
              <a:spcAft>
                <a:spcPts val="1600"/>
              </a:spcAft>
              <a:buClr>
                <a:schemeClr val="dk2"/>
              </a:buClr>
              <a:buSzPct val="100000"/>
              <a:defRPr sz="1800">
                <a:solidFill>
                  <a:schemeClr val="dk2"/>
                </a:solidFill>
              </a:defRPr>
            </a:lvl1pPr>
            <a:lvl2pPr lvl="1">
              <a:lnSpc>
                <a:spcPct val="115000"/>
              </a:lnSpc>
              <a:spcBef>
                <a:spcPts val="0"/>
              </a:spcBef>
              <a:spcAft>
                <a:spcPts val="1600"/>
              </a:spcAft>
              <a:buClr>
                <a:schemeClr val="dk2"/>
              </a:buClr>
              <a:defRPr>
                <a:solidFill>
                  <a:schemeClr val="dk2"/>
                </a:solidFill>
              </a:defRPr>
            </a:lvl2pPr>
            <a:lvl3pPr lvl="2">
              <a:lnSpc>
                <a:spcPct val="115000"/>
              </a:lnSpc>
              <a:spcBef>
                <a:spcPts val="0"/>
              </a:spcBef>
              <a:spcAft>
                <a:spcPts val="1600"/>
              </a:spcAft>
              <a:buClr>
                <a:schemeClr val="dk2"/>
              </a:buClr>
              <a:defRPr>
                <a:solidFill>
                  <a:schemeClr val="dk2"/>
                </a:solidFill>
              </a:defRPr>
            </a:lvl3pPr>
            <a:lvl4pPr lvl="3">
              <a:lnSpc>
                <a:spcPct val="115000"/>
              </a:lnSpc>
              <a:spcBef>
                <a:spcPts val="0"/>
              </a:spcBef>
              <a:spcAft>
                <a:spcPts val="1600"/>
              </a:spcAft>
              <a:buClr>
                <a:schemeClr val="dk2"/>
              </a:buClr>
              <a:defRPr>
                <a:solidFill>
                  <a:schemeClr val="dk2"/>
                </a:solidFill>
              </a:defRPr>
            </a:lvl4pPr>
            <a:lvl5pPr lvl="4">
              <a:lnSpc>
                <a:spcPct val="115000"/>
              </a:lnSpc>
              <a:spcBef>
                <a:spcPts val="0"/>
              </a:spcBef>
              <a:spcAft>
                <a:spcPts val="1600"/>
              </a:spcAft>
              <a:buClr>
                <a:schemeClr val="dk2"/>
              </a:buClr>
              <a:defRPr>
                <a:solidFill>
                  <a:schemeClr val="dk2"/>
                </a:solidFill>
              </a:defRPr>
            </a:lvl5pPr>
            <a:lvl6pPr lvl="5">
              <a:lnSpc>
                <a:spcPct val="115000"/>
              </a:lnSpc>
              <a:spcBef>
                <a:spcPts val="0"/>
              </a:spcBef>
              <a:spcAft>
                <a:spcPts val="1600"/>
              </a:spcAft>
              <a:buClr>
                <a:schemeClr val="dk2"/>
              </a:buClr>
              <a:defRPr>
                <a:solidFill>
                  <a:schemeClr val="dk2"/>
                </a:solidFill>
              </a:defRPr>
            </a:lvl6pPr>
            <a:lvl7pPr lvl="6">
              <a:lnSpc>
                <a:spcPct val="115000"/>
              </a:lnSpc>
              <a:spcBef>
                <a:spcPts val="0"/>
              </a:spcBef>
              <a:spcAft>
                <a:spcPts val="1600"/>
              </a:spcAft>
              <a:buClr>
                <a:schemeClr val="dk2"/>
              </a:buClr>
              <a:defRPr>
                <a:solidFill>
                  <a:schemeClr val="dk2"/>
                </a:solidFill>
              </a:defRPr>
            </a:lvl7pPr>
            <a:lvl8pPr lvl="7">
              <a:lnSpc>
                <a:spcPct val="115000"/>
              </a:lnSpc>
              <a:spcBef>
                <a:spcPts val="0"/>
              </a:spcBef>
              <a:spcAft>
                <a:spcPts val="1600"/>
              </a:spcAft>
              <a:buClr>
                <a:schemeClr val="dk2"/>
              </a:buClr>
              <a:defRPr>
                <a:solidFill>
                  <a:schemeClr val="dk2"/>
                </a:solidFill>
              </a:defRPr>
            </a:lvl8pPr>
            <a:lvl9pPr lvl="8">
              <a:lnSpc>
                <a:spcPct val="115000"/>
              </a:lnSpc>
              <a:spcBef>
                <a:spcPts val="0"/>
              </a:spcBef>
              <a:spcAft>
                <a:spcPts val="1600"/>
              </a:spcAft>
              <a:buClr>
                <a:schemeClr val="dk2"/>
              </a:buClr>
              <a:defRPr>
                <a:solidFill>
                  <a:schemeClr val="dk2"/>
                </a:solidFill>
              </a:defRPr>
            </a:lvl9pPr>
          </a:lstStyle>
          <a:p/>
        </p:txBody>
      </p:sp>
      <p:sp>
        <p:nvSpPr>
          <p:cNvPr id="8" name="Shape 8"/>
          <p:cNvSpPr txBox="1"/>
          <p:nvPr>
            <p:ph idx="12" type="sldNum"/>
          </p:nvPr>
        </p:nvSpPr>
        <p:spPr>
          <a:xfrm>
            <a:off x="8472457" y="4663216"/>
            <a:ext cx="548700" cy="393600"/>
          </a:xfrm>
          <a:prstGeom prst="rect">
            <a:avLst/>
          </a:prstGeom>
          <a:noFill/>
          <a:ln>
            <a:noFill/>
          </a:ln>
        </p:spPr>
        <p:txBody>
          <a:bodyPr anchorCtr="0" anchor="ctr" bIns="91425" lIns="91425" rIns="91425" tIns="91425">
            <a:noAutofit/>
          </a:bodyPr>
          <a:lstStyle/>
          <a:p>
            <a:pPr lvl="0" algn="r">
              <a:spcBef>
                <a:spcPts val="0"/>
              </a:spcBef>
              <a:buNone/>
            </a:pPr>
            <a:fld id="{00000000-1234-1234-1234-123412341234}" type="slidenum">
              <a:rPr lang="en" sz="1000">
                <a:solidFill>
                  <a:schemeClr val="dk2"/>
                </a:solidFill>
              </a:rPr>
              <a:t>‹#›</a:t>
            </a:fld>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p:titleStyle>
    <p:body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50" name="Shape 50"/>
        <p:cNvGrpSpPr/>
        <p:nvPr/>
      </p:nvGrpSpPr>
      <p:grpSpPr>
        <a:xfrm>
          <a:off x="0" y="0"/>
          <a:ext cx="0" cy="0"/>
          <a:chOff x="0" y="0"/>
          <a:chExt cx="0" cy="0"/>
        </a:xfrm>
      </p:grpSpPr>
      <p:sp>
        <p:nvSpPr>
          <p:cNvPr id="51" name="Shape 51"/>
          <p:cNvSpPr txBox="1"/>
          <p:nvPr>
            <p:ph type="title"/>
          </p:nvPr>
        </p:nvSpPr>
        <p:spPr>
          <a:xfrm>
            <a:off x="457200" y="205977"/>
            <a:ext cx="8229600" cy="857400"/>
          </a:xfrm>
          <a:prstGeom prst="rect">
            <a:avLst/>
          </a:prstGeom>
          <a:noFill/>
          <a:ln>
            <a:noFill/>
          </a:ln>
        </p:spPr>
        <p:txBody>
          <a:bodyPr anchorCtr="0" anchor="b" bIns="91425" lIns="91425" rIns="91425" tIns="91425"/>
          <a:lstStyle>
            <a:lvl1pPr indent="0" lvl="0" marL="0" marR="0" rtl="0" algn="l">
              <a:lnSpc>
                <a:spcPct val="100000"/>
              </a:lnSpc>
              <a:spcBef>
                <a:spcPts val="0"/>
              </a:spcBef>
              <a:spcAft>
                <a:spcPts val="0"/>
              </a:spcAft>
              <a:buClr>
                <a:schemeClr val="dk1"/>
              </a:buClr>
              <a:buFont typeface="Arial"/>
              <a:buNone/>
              <a:defRPr b="1" i="0" sz="3600" u="none" cap="none" strike="noStrike">
                <a:solidFill>
                  <a:schemeClr val="dk1"/>
                </a:solidFill>
                <a:latin typeface="Arial"/>
                <a:ea typeface="Arial"/>
                <a:cs typeface="Arial"/>
                <a:sym typeface="Arial"/>
              </a:defRPr>
            </a:lvl1pPr>
            <a:lvl2pPr indent="0" lvl="1" rtl="0">
              <a:spcBef>
                <a:spcPts val="0"/>
              </a:spcBef>
              <a:buClr>
                <a:schemeClr val="dk1"/>
              </a:buClr>
              <a:buFont typeface="Arial"/>
              <a:buNone/>
              <a:defRPr b="1" sz="3600">
                <a:solidFill>
                  <a:schemeClr val="dk1"/>
                </a:solidFill>
              </a:defRPr>
            </a:lvl2pPr>
            <a:lvl3pPr indent="0" lvl="2" rtl="0">
              <a:spcBef>
                <a:spcPts val="0"/>
              </a:spcBef>
              <a:buClr>
                <a:schemeClr val="dk1"/>
              </a:buClr>
              <a:buFont typeface="Arial"/>
              <a:buNone/>
              <a:defRPr b="1" sz="3600">
                <a:solidFill>
                  <a:schemeClr val="dk1"/>
                </a:solidFill>
              </a:defRPr>
            </a:lvl3pPr>
            <a:lvl4pPr indent="0" lvl="3" rtl="0">
              <a:spcBef>
                <a:spcPts val="0"/>
              </a:spcBef>
              <a:buClr>
                <a:schemeClr val="dk1"/>
              </a:buClr>
              <a:buFont typeface="Arial"/>
              <a:buNone/>
              <a:defRPr b="1" sz="3600">
                <a:solidFill>
                  <a:schemeClr val="dk1"/>
                </a:solidFill>
              </a:defRPr>
            </a:lvl4pPr>
            <a:lvl5pPr indent="0" lvl="4" rtl="0">
              <a:spcBef>
                <a:spcPts val="0"/>
              </a:spcBef>
              <a:buClr>
                <a:schemeClr val="dk1"/>
              </a:buClr>
              <a:buFont typeface="Arial"/>
              <a:buNone/>
              <a:defRPr b="1" sz="3600">
                <a:solidFill>
                  <a:schemeClr val="dk1"/>
                </a:solidFill>
              </a:defRPr>
            </a:lvl5pPr>
            <a:lvl6pPr indent="0" lvl="5" rtl="0">
              <a:spcBef>
                <a:spcPts val="0"/>
              </a:spcBef>
              <a:buClr>
                <a:schemeClr val="dk1"/>
              </a:buClr>
              <a:buFont typeface="Arial"/>
              <a:buNone/>
              <a:defRPr b="1" sz="3600">
                <a:solidFill>
                  <a:schemeClr val="dk1"/>
                </a:solidFill>
              </a:defRPr>
            </a:lvl6pPr>
            <a:lvl7pPr indent="0" lvl="6" rtl="0">
              <a:spcBef>
                <a:spcPts val="0"/>
              </a:spcBef>
              <a:buClr>
                <a:schemeClr val="dk1"/>
              </a:buClr>
              <a:buFont typeface="Arial"/>
              <a:buNone/>
              <a:defRPr b="1" sz="3600">
                <a:solidFill>
                  <a:schemeClr val="dk1"/>
                </a:solidFill>
              </a:defRPr>
            </a:lvl7pPr>
            <a:lvl8pPr indent="0" lvl="7" rtl="0">
              <a:spcBef>
                <a:spcPts val="0"/>
              </a:spcBef>
              <a:buClr>
                <a:schemeClr val="dk1"/>
              </a:buClr>
              <a:buFont typeface="Arial"/>
              <a:buNone/>
              <a:defRPr b="1" sz="3600">
                <a:solidFill>
                  <a:schemeClr val="dk1"/>
                </a:solidFill>
              </a:defRPr>
            </a:lvl8pPr>
            <a:lvl9pPr indent="0" lvl="8" rtl="0">
              <a:spcBef>
                <a:spcPts val="0"/>
              </a:spcBef>
              <a:buClr>
                <a:schemeClr val="dk1"/>
              </a:buClr>
              <a:buFont typeface="Arial"/>
              <a:buNone/>
              <a:defRPr b="1" sz="3600">
                <a:solidFill>
                  <a:schemeClr val="dk1"/>
                </a:solidFill>
              </a:defRPr>
            </a:lvl9pPr>
          </a:lstStyle>
          <a:p/>
        </p:txBody>
      </p:sp>
      <p:sp>
        <p:nvSpPr>
          <p:cNvPr id="52" name="Shape 52"/>
          <p:cNvSpPr txBox="1"/>
          <p:nvPr>
            <p:ph idx="1" type="body"/>
          </p:nvPr>
        </p:nvSpPr>
        <p:spPr>
          <a:xfrm>
            <a:off x="457200" y="1200150"/>
            <a:ext cx="8229600" cy="3725700"/>
          </a:xfrm>
          <a:prstGeom prst="rect">
            <a:avLst/>
          </a:prstGeom>
          <a:noFill/>
          <a:ln>
            <a:noFill/>
          </a:ln>
        </p:spPr>
        <p:txBody>
          <a:bodyPr anchorCtr="0" anchor="t" bIns="91425" lIns="91425" rIns="91425" tIns="91425"/>
          <a:lstStyle>
            <a:lvl1pPr indent="0" lvl="0" marL="0" marR="0" rtl="0" algn="l">
              <a:lnSpc>
                <a:spcPct val="100000"/>
              </a:lnSpc>
              <a:spcBef>
                <a:spcPts val="600"/>
              </a:spcBef>
              <a:spcAft>
                <a:spcPts val="0"/>
              </a:spcAft>
              <a:buClr>
                <a:schemeClr val="dk1"/>
              </a:buClr>
              <a:buFont typeface="Arial"/>
              <a:buNone/>
              <a:defRPr b="0" i="0" sz="3000" u="none" cap="none" strike="noStrike">
                <a:solidFill>
                  <a:schemeClr val="dk1"/>
                </a:solidFill>
                <a:latin typeface="Arial"/>
                <a:ea typeface="Arial"/>
                <a:cs typeface="Arial"/>
                <a:sym typeface="Arial"/>
              </a:defRPr>
            </a:lvl1pPr>
            <a:lvl2pPr indent="0" lvl="1" marL="457200" marR="0" rtl="0" algn="l">
              <a:lnSpc>
                <a:spcPct val="100000"/>
              </a:lnSpc>
              <a:spcBef>
                <a:spcPts val="480"/>
              </a:spcBef>
              <a:spcAft>
                <a:spcPts val="0"/>
              </a:spcAft>
              <a:buClr>
                <a:schemeClr val="dk1"/>
              </a:buClr>
              <a:buFont typeface="Arial"/>
              <a:buNone/>
              <a:defRPr b="0" i="0" sz="2400" u="none" cap="none" strike="noStrike">
                <a:solidFill>
                  <a:schemeClr val="dk1"/>
                </a:solidFill>
                <a:latin typeface="Arial"/>
                <a:ea typeface="Arial"/>
                <a:cs typeface="Arial"/>
                <a:sym typeface="Arial"/>
              </a:defRPr>
            </a:lvl2pPr>
            <a:lvl3pPr indent="0" lvl="2" marL="914400" marR="0" rtl="0" algn="l">
              <a:lnSpc>
                <a:spcPct val="100000"/>
              </a:lnSpc>
              <a:spcBef>
                <a:spcPts val="480"/>
              </a:spcBef>
              <a:spcAft>
                <a:spcPts val="0"/>
              </a:spcAft>
              <a:buClr>
                <a:schemeClr val="dk1"/>
              </a:buClr>
              <a:buFont typeface="Arial"/>
              <a:buNone/>
              <a:defRPr b="0" i="0" sz="2400" u="none" cap="none" strike="noStrike">
                <a:solidFill>
                  <a:schemeClr val="dk1"/>
                </a:solidFill>
                <a:latin typeface="Arial"/>
                <a:ea typeface="Arial"/>
                <a:cs typeface="Arial"/>
                <a:sym typeface="Arial"/>
              </a:defRPr>
            </a:lvl3pPr>
            <a:lvl4pPr indent="0" lvl="3" marL="1371600" marR="0" rtl="0" algn="l">
              <a:lnSpc>
                <a:spcPct val="100000"/>
              </a:lnSpc>
              <a:spcBef>
                <a:spcPts val="360"/>
              </a:spcBef>
              <a:spcAft>
                <a:spcPts val="0"/>
              </a:spcAft>
              <a:buClr>
                <a:schemeClr val="dk1"/>
              </a:buClr>
              <a:buFont typeface="Arial"/>
              <a:buNone/>
              <a:defRPr b="0" i="0" sz="1800" u="none" cap="none" strike="noStrike">
                <a:solidFill>
                  <a:schemeClr val="dk1"/>
                </a:solidFill>
                <a:latin typeface="Arial"/>
                <a:ea typeface="Arial"/>
                <a:cs typeface="Arial"/>
                <a:sym typeface="Arial"/>
              </a:defRPr>
            </a:lvl4pPr>
            <a:lvl5pPr indent="0" lvl="4" marL="1828800" marR="0" rtl="0" algn="l">
              <a:lnSpc>
                <a:spcPct val="100000"/>
              </a:lnSpc>
              <a:spcBef>
                <a:spcPts val="360"/>
              </a:spcBef>
              <a:spcAft>
                <a:spcPts val="0"/>
              </a:spcAft>
              <a:buClr>
                <a:schemeClr val="dk1"/>
              </a:buClr>
              <a:buFont typeface="Arial"/>
              <a:buNone/>
              <a:defRPr b="0" i="0" sz="1800" u="none" cap="none" strike="noStrike">
                <a:solidFill>
                  <a:schemeClr val="dk1"/>
                </a:solidFill>
                <a:latin typeface="Arial"/>
                <a:ea typeface="Arial"/>
                <a:cs typeface="Arial"/>
                <a:sym typeface="Arial"/>
              </a:defRPr>
            </a:lvl5pPr>
            <a:lvl6pPr indent="0" lvl="5" marL="2286000" marR="0" rtl="0" algn="l">
              <a:lnSpc>
                <a:spcPct val="100000"/>
              </a:lnSpc>
              <a:spcBef>
                <a:spcPts val="360"/>
              </a:spcBef>
              <a:spcAft>
                <a:spcPts val="0"/>
              </a:spcAft>
              <a:buClr>
                <a:schemeClr val="dk1"/>
              </a:buClr>
              <a:buFont typeface="Arial"/>
              <a:buNone/>
              <a:defRPr b="0" i="0" sz="1800" u="none" cap="none" strike="noStrike">
                <a:solidFill>
                  <a:schemeClr val="dk1"/>
                </a:solidFill>
                <a:latin typeface="Arial"/>
                <a:ea typeface="Arial"/>
                <a:cs typeface="Arial"/>
                <a:sym typeface="Arial"/>
              </a:defRPr>
            </a:lvl6pPr>
            <a:lvl7pPr indent="0" lvl="6" marL="2743200" marR="0" rtl="0" algn="l">
              <a:lnSpc>
                <a:spcPct val="100000"/>
              </a:lnSpc>
              <a:spcBef>
                <a:spcPts val="360"/>
              </a:spcBef>
              <a:spcAft>
                <a:spcPts val="0"/>
              </a:spcAft>
              <a:buClr>
                <a:schemeClr val="dk1"/>
              </a:buClr>
              <a:buFont typeface="Arial"/>
              <a:buNone/>
              <a:defRPr b="0" i="0" sz="1800" u="none" cap="none" strike="noStrike">
                <a:solidFill>
                  <a:schemeClr val="dk1"/>
                </a:solidFill>
                <a:latin typeface="Arial"/>
                <a:ea typeface="Arial"/>
                <a:cs typeface="Arial"/>
                <a:sym typeface="Arial"/>
              </a:defRPr>
            </a:lvl7pPr>
            <a:lvl8pPr indent="0" lvl="7" marL="3200400" marR="0" rtl="0" algn="l">
              <a:lnSpc>
                <a:spcPct val="100000"/>
              </a:lnSpc>
              <a:spcBef>
                <a:spcPts val="360"/>
              </a:spcBef>
              <a:spcAft>
                <a:spcPts val="0"/>
              </a:spcAft>
              <a:buClr>
                <a:schemeClr val="dk1"/>
              </a:buClr>
              <a:buFont typeface="Arial"/>
              <a:buNone/>
              <a:defRPr b="0" i="0" sz="1800" u="none" cap="none" strike="noStrike">
                <a:solidFill>
                  <a:schemeClr val="dk1"/>
                </a:solidFill>
                <a:latin typeface="Arial"/>
                <a:ea typeface="Arial"/>
                <a:cs typeface="Arial"/>
                <a:sym typeface="Arial"/>
              </a:defRPr>
            </a:lvl8pPr>
            <a:lvl9pPr indent="0" lvl="8" marL="3657600" marR="0" rtl="0" algn="l">
              <a:lnSpc>
                <a:spcPct val="100000"/>
              </a:lnSpc>
              <a:spcBef>
                <a:spcPts val="360"/>
              </a:spcBef>
              <a:spcAft>
                <a:spcPts val="0"/>
              </a:spcAft>
              <a:buClr>
                <a:schemeClr val="dk1"/>
              </a:buClr>
              <a:buFont typeface="Arial"/>
              <a:buNone/>
              <a:defRPr b="0" i="0" sz="1800" u="none" cap="none" strike="noStrike">
                <a:solidFill>
                  <a:schemeClr val="dk1"/>
                </a:solidFill>
                <a:latin typeface="Arial"/>
                <a:ea typeface="Arial"/>
                <a:cs typeface="Arial"/>
                <a:sym typeface="Arial"/>
              </a:defRPr>
            </a:lvl9pPr>
          </a:lstStyle>
          <a:p/>
        </p:txBody>
      </p:sp>
      <p:sp>
        <p:nvSpPr>
          <p:cNvPr id="53" name="Shape 53"/>
          <p:cNvSpPr/>
          <p:nvPr/>
        </p:nvSpPr>
        <p:spPr>
          <a:xfrm>
            <a:off x="0" y="5001281"/>
            <a:ext cx="9144000" cy="163200"/>
          </a:xfrm>
          <a:prstGeom prst="rect">
            <a:avLst/>
          </a:prstGeom>
          <a:solidFill>
            <a:srgbClr val="00B6AA"/>
          </a:solidFill>
          <a:ln>
            <a:noFill/>
          </a:ln>
        </p:spPr>
        <p:txBody>
          <a:bodyPr anchorCtr="0" anchor="ctr" bIns="91425" lIns="91425" rIns="91425" tIns="91425">
            <a:noAutofit/>
          </a:bodyPr>
          <a:lstStyle/>
          <a:p>
            <a:pPr indent="0" lvl="0" marL="0" marR="0" rtl="0" algn="l">
              <a:lnSpc>
                <a:spcPct val="100000"/>
              </a:lnSpc>
              <a:spcBef>
                <a:spcPts val="0"/>
              </a:spcBef>
              <a:spcAft>
                <a:spcPts val="0"/>
              </a:spcAft>
              <a:buClr>
                <a:srgbClr val="000000"/>
              </a:buClr>
              <a:buFont typeface="Arial"/>
              <a:buNone/>
            </a:pPr>
            <a:r>
              <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p:titleStyle>
    <p:body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00.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hyperlink" Target="http://bit.ly/wwcsvhostsd" TargetMode="External"/><Relationship Id="rId4" Type="http://schemas.openxmlformats.org/officeDocument/2006/relationships/hyperlink" Target="http://bit.ly/wwcsvhostsd"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81" name="Shape 81"/>
        <p:cNvGrpSpPr/>
        <p:nvPr/>
      </p:nvGrpSpPr>
      <p:grpSpPr>
        <a:xfrm>
          <a:off x="0" y="0"/>
          <a:ext cx="0" cy="0"/>
          <a:chOff x="0" y="0"/>
          <a:chExt cx="0" cy="0"/>
        </a:xfrm>
      </p:grpSpPr>
      <p:sp>
        <p:nvSpPr>
          <p:cNvPr id="82" name="Shape 82"/>
          <p:cNvSpPr txBox="1"/>
          <p:nvPr/>
        </p:nvSpPr>
        <p:spPr>
          <a:xfrm>
            <a:off x="1239000" y="2506875"/>
            <a:ext cx="6970800" cy="1341300"/>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000000"/>
              </a:buClr>
              <a:buFont typeface="Arial"/>
              <a:buNone/>
            </a:pPr>
            <a:r>
              <a:t/>
            </a:r>
            <a:endParaRPr b="0" i="0" sz="3600" u="none" cap="none" strike="noStrike">
              <a:solidFill>
                <a:srgbClr val="00B6AA"/>
              </a:solidFill>
              <a:latin typeface="Calibri"/>
              <a:ea typeface="Calibri"/>
              <a:cs typeface="Calibri"/>
              <a:sym typeface="Calibri"/>
            </a:endParaRPr>
          </a:p>
          <a:p>
            <a:pPr indent="0" lvl="0" marL="0" marR="0" rtl="0" algn="ctr">
              <a:lnSpc>
                <a:spcPct val="100000"/>
              </a:lnSpc>
              <a:spcBef>
                <a:spcPts val="0"/>
              </a:spcBef>
              <a:spcAft>
                <a:spcPts val="0"/>
              </a:spcAft>
              <a:buClr>
                <a:srgbClr val="00B6AA"/>
              </a:buClr>
              <a:buSzPct val="25000"/>
              <a:buFont typeface="Montserrat"/>
              <a:buNone/>
            </a:pPr>
            <a:r>
              <a:rPr b="0" i="0" lang="en" sz="3600" u="none" cap="none" strike="noStrike">
                <a:solidFill>
                  <a:srgbClr val="00B6AA"/>
                </a:solidFill>
                <a:latin typeface="Montserrat"/>
                <a:ea typeface="Montserrat"/>
                <a:cs typeface="Montserrat"/>
                <a:sym typeface="Montserrat"/>
              </a:rPr>
              <a:t>Leadership Meeting</a:t>
            </a:r>
          </a:p>
          <a:p>
            <a:pPr indent="0" lvl="0" marL="0" marR="0" rtl="0" algn="ctr">
              <a:lnSpc>
                <a:spcPct val="100000"/>
              </a:lnSpc>
              <a:spcBef>
                <a:spcPts val="0"/>
              </a:spcBef>
              <a:spcAft>
                <a:spcPts val="0"/>
              </a:spcAft>
              <a:buClr>
                <a:srgbClr val="00B6AA"/>
              </a:buClr>
              <a:buSzPct val="25000"/>
              <a:buFont typeface="Calibri"/>
              <a:buNone/>
            </a:pPr>
            <a:r>
              <a:rPr lang="en" sz="3600">
                <a:solidFill>
                  <a:srgbClr val="00B6AA"/>
                </a:solidFill>
                <a:latin typeface="Calibri"/>
                <a:ea typeface="Calibri"/>
                <a:cs typeface="Calibri"/>
                <a:sym typeface="Calibri"/>
              </a:rPr>
              <a:t>April 17</a:t>
            </a:r>
            <a:r>
              <a:rPr b="0" baseline="30000" i="0" lang="en" sz="3600" u="none" cap="none" strike="noStrike">
                <a:solidFill>
                  <a:srgbClr val="00B6AA"/>
                </a:solidFill>
                <a:latin typeface="Calibri"/>
                <a:ea typeface="Calibri"/>
                <a:cs typeface="Calibri"/>
                <a:sym typeface="Calibri"/>
              </a:rPr>
              <a:t>th</a:t>
            </a:r>
            <a:r>
              <a:rPr b="0" i="0" lang="en" sz="3600" u="none" cap="none" strike="noStrike">
                <a:solidFill>
                  <a:srgbClr val="00B6AA"/>
                </a:solidFill>
                <a:latin typeface="Calibri"/>
                <a:ea typeface="Calibri"/>
                <a:cs typeface="Calibri"/>
                <a:sym typeface="Calibri"/>
              </a:rPr>
              <a:t>, 2016</a:t>
            </a:r>
          </a:p>
        </p:txBody>
      </p:sp>
      <p:pic>
        <p:nvPicPr>
          <p:cNvPr descr="WWCode_Silicon Valley_Binary.jpg" id="83" name="Shape 83"/>
          <p:cNvPicPr preferRelativeResize="0"/>
          <p:nvPr/>
        </p:nvPicPr>
        <p:blipFill rotWithShape="1">
          <a:blip r:embed="rId3">
            <a:alphaModFix/>
          </a:blip>
          <a:srcRect b="0" l="0" r="0" t="0"/>
          <a:stretch/>
        </p:blipFill>
        <p:spPr>
          <a:xfrm>
            <a:off x="2469290" y="601374"/>
            <a:ext cx="4507200" cy="22461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88" name="Shape 88"/>
        <p:cNvGrpSpPr/>
        <p:nvPr/>
      </p:nvGrpSpPr>
      <p:grpSpPr>
        <a:xfrm>
          <a:off x="0" y="0"/>
          <a:ext cx="0" cy="0"/>
          <a:chOff x="0" y="0"/>
          <a:chExt cx="0" cy="0"/>
        </a:xfrm>
      </p:grpSpPr>
      <p:sp>
        <p:nvSpPr>
          <p:cNvPr id="89" name="Shape 89"/>
          <p:cNvSpPr txBox="1"/>
          <p:nvPr>
            <p:ph type="title"/>
          </p:nvPr>
        </p:nvSpPr>
        <p:spPr>
          <a:xfrm>
            <a:off x="457200" y="-222647"/>
            <a:ext cx="8229600" cy="857400"/>
          </a:xfrm>
          <a:prstGeom prst="rect">
            <a:avLst/>
          </a:prstGeom>
          <a:noFill/>
          <a:ln>
            <a:noFill/>
          </a:ln>
        </p:spPr>
        <p:txBody>
          <a:bodyPr anchorCtr="0" anchor="b" bIns="91425" lIns="91425" rIns="91425" tIns="91425">
            <a:noAutofit/>
          </a:bodyPr>
          <a:lstStyle/>
          <a:p>
            <a:pPr indent="0" lvl="0" marL="0" marR="0" rtl="0" algn="ctr">
              <a:lnSpc>
                <a:spcPct val="100000"/>
              </a:lnSpc>
              <a:spcBef>
                <a:spcPts val="0"/>
              </a:spcBef>
              <a:spcAft>
                <a:spcPts val="0"/>
              </a:spcAft>
              <a:buClr>
                <a:schemeClr val="dk1"/>
              </a:buClr>
              <a:buSzPct val="25000"/>
              <a:buFont typeface="Montserrat"/>
              <a:buNone/>
            </a:pPr>
            <a:r>
              <a:rPr b="1" i="0" lang="en" sz="3600" u="none" cap="none" strike="noStrike">
                <a:solidFill>
                  <a:schemeClr val="dk1"/>
                </a:solidFill>
                <a:latin typeface="Montserrat"/>
                <a:ea typeface="Montserrat"/>
                <a:cs typeface="Montserrat"/>
                <a:sym typeface="Montserrat"/>
              </a:rPr>
              <a:t>Overall Agenda</a:t>
            </a:r>
          </a:p>
        </p:txBody>
      </p:sp>
      <p:sp>
        <p:nvSpPr>
          <p:cNvPr id="90" name="Shape 90"/>
          <p:cNvSpPr txBox="1"/>
          <p:nvPr>
            <p:ph idx="1" type="body"/>
          </p:nvPr>
        </p:nvSpPr>
        <p:spPr>
          <a:xfrm>
            <a:off x="533400" y="415908"/>
            <a:ext cx="8610600" cy="3914100"/>
          </a:xfrm>
          <a:prstGeom prst="rect">
            <a:avLst/>
          </a:prstGeom>
          <a:noFill/>
          <a:ln>
            <a:noFill/>
          </a:ln>
        </p:spPr>
        <p:txBody>
          <a:bodyPr anchorCtr="0" anchor="t" bIns="91425" lIns="91425" rIns="91425" tIns="91425">
            <a:noAutofit/>
          </a:bodyPr>
          <a:lstStyle/>
          <a:p>
            <a:pPr indent="0" lvl="0" marL="0" marR="0" rtl="0" algn="l">
              <a:lnSpc>
                <a:spcPct val="100000"/>
              </a:lnSpc>
              <a:spcBef>
                <a:spcPts val="0"/>
              </a:spcBef>
              <a:spcAft>
                <a:spcPts val="0"/>
              </a:spcAft>
              <a:buClr>
                <a:schemeClr val="dk1"/>
              </a:buClr>
              <a:buSzPct val="25000"/>
              <a:buFont typeface="Hind"/>
              <a:buNone/>
            </a:pPr>
            <a:r>
              <a:t/>
            </a:r>
            <a:endParaRPr sz="1400">
              <a:solidFill>
                <a:srgbClr val="48484A"/>
              </a:solidFill>
              <a:latin typeface="Hind"/>
              <a:ea typeface="Hind"/>
              <a:cs typeface="Hind"/>
              <a:sym typeface="Hind"/>
            </a:endParaRPr>
          </a:p>
          <a:p>
            <a:pPr indent="0" lvl="0" marL="0" marR="0" rtl="0" algn="l">
              <a:lnSpc>
                <a:spcPct val="100000"/>
              </a:lnSpc>
              <a:spcBef>
                <a:spcPts val="0"/>
              </a:spcBef>
              <a:spcAft>
                <a:spcPts val="0"/>
              </a:spcAft>
              <a:buClr>
                <a:schemeClr val="dk1"/>
              </a:buClr>
              <a:buSzPct val="25000"/>
              <a:buFont typeface="Hind"/>
              <a:buNone/>
            </a:pPr>
            <a:r>
              <a:t/>
            </a:r>
            <a:endParaRPr sz="1200">
              <a:highlight>
                <a:srgbClr val="FFFFFF"/>
              </a:highlight>
            </a:endParaRPr>
          </a:p>
          <a:p>
            <a:pPr indent="0" lvl="0" marL="0" marR="0" rtl="0" algn="l">
              <a:lnSpc>
                <a:spcPct val="100000"/>
              </a:lnSpc>
              <a:spcBef>
                <a:spcPts val="0"/>
              </a:spcBef>
              <a:spcAft>
                <a:spcPts val="0"/>
              </a:spcAft>
              <a:buClr>
                <a:schemeClr val="dk1"/>
              </a:buClr>
              <a:buSzPct val="25000"/>
              <a:buFont typeface="Hind"/>
              <a:buNone/>
            </a:pPr>
            <a:r>
              <a:t/>
            </a:r>
            <a:endParaRPr sz="1200">
              <a:highlight>
                <a:srgbClr val="FFFFFF"/>
              </a:highlight>
            </a:endParaRPr>
          </a:p>
          <a:p>
            <a:pPr indent="0" lvl="0" marL="0" marR="0" rtl="0" algn="l">
              <a:lnSpc>
                <a:spcPct val="100000"/>
              </a:lnSpc>
              <a:spcBef>
                <a:spcPts val="0"/>
              </a:spcBef>
              <a:spcAft>
                <a:spcPts val="0"/>
              </a:spcAft>
              <a:buClr>
                <a:schemeClr val="dk1"/>
              </a:buClr>
              <a:buSzPct val="25000"/>
              <a:buFont typeface="Hind"/>
              <a:buNone/>
            </a:pPr>
            <a:r>
              <a:rPr lang="en" sz="1400">
                <a:solidFill>
                  <a:srgbClr val="48484A"/>
                </a:solidFill>
                <a:latin typeface="Hind"/>
                <a:ea typeface="Hind"/>
                <a:cs typeface="Hind"/>
                <a:sym typeface="Hind"/>
              </a:rPr>
              <a:t>Updates from WWCode SV Directors</a:t>
            </a:r>
            <a:r>
              <a:rPr b="0" i="0" lang="en" sz="1400" u="none" cap="none" strike="noStrike">
                <a:solidFill>
                  <a:srgbClr val="48484A"/>
                </a:solidFill>
                <a:latin typeface="Hind"/>
                <a:ea typeface="Hind"/>
                <a:cs typeface="Hind"/>
                <a:sym typeface="Hind"/>
              </a:rPr>
              <a:t>				</a:t>
            </a:r>
            <a:r>
              <a:rPr b="0" i="0" lang="en" sz="1400" u="none" cap="none" strike="noStrike">
                <a:solidFill>
                  <a:srgbClr val="00B6AA"/>
                </a:solidFill>
                <a:latin typeface="Hind"/>
                <a:ea typeface="Hind"/>
                <a:cs typeface="Hind"/>
                <a:sym typeface="Hind"/>
              </a:rPr>
              <a:t>Guiti, Snehal</a:t>
            </a:r>
            <a:r>
              <a:rPr b="0" i="0" lang="en" sz="1400" u="none" cap="none" strike="noStrike">
                <a:solidFill>
                  <a:srgbClr val="48484A"/>
                </a:solidFill>
                <a:latin typeface="Hind"/>
                <a:ea typeface="Hind"/>
                <a:cs typeface="Hind"/>
                <a:sym typeface="Hind"/>
              </a:rPr>
              <a:t>		</a:t>
            </a:r>
          </a:p>
          <a:p>
            <a:pPr indent="0" lvl="0" marL="0" marR="0" rtl="0" algn="l">
              <a:lnSpc>
                <a:spcPct val="100000"/>
              </a:lnSpc>
              <a:spcBef>
                <a:spcPts val="0"/>
              </a:spcBef>
              <a:spcAft>
                <a:spcPts val="0"/>
              </a:spcAft>
              <a:buClr>
                <a:schemeClr val="dk1"/>
              </a:buClr>
              <a:buSzPct val="25000"/>
              <a:buFont typeface="Arial"/>
              <a:buNone/>
            </a:pPr>
            <a:r>
              <a:t/>
            </a:r>
            <a:endParaRPr sz="1400">
              <a:solidFill>
                <a:srgbClr val="48484A"/>
              </a:solidFill>
              <a:latin typeface="Hind"/>
              <a:ea typeface="Hind"/>
              <a:cs typeface="Hind"/>
              <a:sym typeface="Hind"/>
            </a:endParaRPr>
          </a:p>
          <a:p>
            <a:pPr indent="0" lvl="0" marL="0" marR="0" rtl="0" algn="l">
              <a:lnSpc>
                <a:spcPct val="100000"/>
              </a:lnSpc>
              <a:spcBef>
                <a:spcPts val="0"/>
              </a:spcBef>
              <a:spcAft>
                <a:spcPts val="0"/>
              </a:spcAft>
              <a:buClr>
                <a:schemeClr val="dk1"/>
              </a:buClr>
              <a:buSzPct val="25000"/>
              <a:buFont typeface="Arial"/>
              <a:buNone/>
            </a:pPr>
            <a:r>
              <a:rPr lang="en" sz="1400">
                <a:solidFill>
                  <a:srgbClr val="48484A"/>
                </a:solidFill>
                <a:latin typeface="Hind"/>
                <a:ea typeface="Hind"/>
                <a:cs typeface="Hind"/>
                <a:sym typeface="Hind"/>
              </a:rPr>
              <a:t>Vote on Top 3 Challenges					</a:t>
            </a:r>
          </a:p>
          <a:p>
            <a:pPr indent="0" lvl="0" marL="0" marR="0" rtl="0" algn="l">
              <a:lnSpc>
                <a:spcPct val="100000"/>
              </a:lnSpc>
              <a:spcBef>
                <a:spcPts val="0"/>
              </a:spcBef>
              <a:spcAft>
                <a:spcPts val="0"/>
              </a:spcAft>
              <a:buClr>
                <a:schemeClr val="dk1"/>
              </a:buClr>
              <a:buSzPct val="25000"/>
              <a:buFont typeface="Arial"/>
              <a:buNone/>
            </a:pPr>
            <a:r>
              <a:t/>
            </a:r>
            <a:endParaRPr sz="1400">
              <a:solidFill>
                <a:srgbClr val="48484A"/>
              </a:solidFill>
              <a:latin typeface="Hind"/>
              <a:ea typeface="Hind"/>
              <a:cs typeface="Hind"/>
              <a:sym typeface="Hind"/>
            </a:endParaRPr>
          </a:p>
          <a:p>
            <a:pPr indent="457200" lvl="0" marL="0" marR="0" rtl="0" algn="l">
              <a:lnSpc>
                <a:spcPct val="100000"/>
              </a:lnSpc>
              <a:spcBef>
                <a:spcPts val="0"/>
              </a:spcBef>
              <a:spcAft>
                <a:spcPts val="0"/>
              </a:spcAft>
              <a:buClr>
                <a:schemeClr val="dk1"/>
              </a:buClr>
              <a:buSzPct val="25000"/>
              <a:buFont typeface="Arial"/>
              <a:buNone/>
            </a:pPr>
            <a:r>
              <a:rPr lang="en" sz="1400">
                <a:solidFill>
                  <a:srgbClr val="48484A"/>
                </a:solidFill>
                <a:latin typeface="Hind"/>
                <a:ea typeface="Hind"/>
                <a:cs typeface="Hind"/>
                <a:sym typeface="Hind"/>
              </a:rPr>
              <a:t>Ex. Hosts, Communication</a:t>
            </a:r>
          </a:p>
          <a:p>
            <a:pPr indent="0" lvl="0" marL="0" marR="0" rtl="0" algn="l">
              <a:lnSpc>
                <a:spcPct val="100000"/>
              </a:lnSpc>
              <a:spcBef>
                <a:spcPts val="0"/>
              </a:spcBef>
              <a:spcAft>
                <a:spcPts val="0"/>
              </a:spcAft>
              <a:buClr>
                <a:schemeClr val="dk1"/>
              </a:buClr>
              <a:buSzPct val="25000"/>
              <a:buFont typeface="Arial"/>
              <a:buNone/>
            </a:pPr>
            <a:r>
              <a:t/>
            </a:r>
            <a:endParaRPr sz="1400">
              <a:solidFill>
                <a:srgbClr val="48484A"/>
              </a:solidFill>
              <a:latin typeface="Hind"/>
              <a:ea typeface="Hind"/>
              <a:cs typeface="Hind"/>
              <a:sym typeface="Hind"/>
            </a:endParaRPr>
          </a:p>
          <a:p>
            <a:pPr indent="0" lvl="0" marL="0" marR="0" rtl="0" algn="l">
              <a:lnSpc>
                <a:spcPct val="100000"/>
              </a:lnSpc>
              <a:spcBef>
                <a:spcPts val="0"/>
              </a:spcBef>
              <a:spcAft>
                <a:spcPts val="0"/>
              </a:spcAft>
              <a:buClr>
                <a:schemeClr val="dk1"/>
              </a:buClr>
              <a:buSzPct val="25000"/>
              <a:buFont typeface="Arial"/>
              <a:buNone/>
            </a:pPr>
            <a:r>
              <a:rPr lang="en" sz="1400">
                <a:solidFill>
                  <a:srgbClr val="48484A"/>
                </a:solidFill>
                <a:latin typeface="Hind"/>
                <a:ea typeface="Hind"/>
                <a:cs typeface="Hind"/>
                <a:sym typeface="Hind"/>
              </a:rPr>
              <a:t>Tabled Issues for next meeting / separate mtg breakouts</a:t>
            </a:r>
          </a:p>
          <a:p>
            <a:pPr indent="0" lvl="0" marL="0" marR="0" rtl="0" algn="l">
              <a:lnSpc>
                <a:spcPct val="100000"/>
              </a:lnSpc>
              <a:spcBef>
                <a:spcPts val="0"/>
              </a:spcBef>
              <a:spcAft>
                <a:spcPts val="0"/>
              </a:spcAft>
              <a:buClr>
                <a:schemeClr val="dk1"/>
              </a:buClr>
              <a:buSzPct val="25000"/>
              <a:buFont typeface="Arial"/>
              <a:buNone/>
            </a:pPr>
            <a:r>
              <a:rPr lang="en" sz="1400">
                <a:solidFill>
                  <a:srgbClr val="48484A"/>
                </a:solidFill>
                <a:latin typeface="Hind"/>
                <a:ea typeface="Hind"/>
                <a:cs typeface="Hind"/>
                <a:sym typeface="Hind"/>
              </a:rPr>
              <a:t>Group Break Out </a:t>
            </a:r>
          </a:p>
          <a:p>
            <a:pPr indent="0" lvl="0" marL="0" marR="0" rtl="0" algn="l">
              <a:lnSpc>
                <a:spcPct val="100000"/>
              </a:lnSpc>
              <a:spcBef>
                <a:spcPts val="0"/>
              </a:spcBef>
              <a:spcAft>
                <a:spcPts val="0"/>
              </a:spcAft>
              <a:buClr>
                <a:schemeClr val="dk1"/>
              </a:buClr>
              <a:buSzPct val="25000"/>
              <a:buFont typeface="Arial"/>
              <a:buNone/>
            </a:pPr>
            <a:r>
              <a:t/>
            </a:r>
            <a:endParaRPr sz="1400">
              <a:solidFill>
                <a:srgbClr val="48484A"/>
              </a:solidFill>
              <a:latin typeface="Hind"/>
              <a:ea typeface="Hind"/>
              <a:cs typeface="Hind"/>
              <a:sym typeface="Hind"/>
            </a:endParaRPr>
          </a:p>
          <a:p>
            <a:pPr indent="0" lvl="0" marL="0" marR="0" rtl="0" algn="l">
              <a:lnSpc>
                <a:spcPct val="100000"/>
              </a:lnSpc>
              <a:spcBef>
                <a:spcPts val="0"/>
              </a:spcBef>
              <a:spcAft>
                <a:spcPts val="0"/>
              </a:spcAft>
              <a:buClr>
                <a:schemeClr val="dk1"/>
              </a:buClr>
              <a:buSzPct val="25000"/>
              <a:buFont typeface="Hind"/>
              <a:buNone/>
            </a:pPr>
            <a:r>
              <a:rPr lang="en" sz="1400">
                <a:solidFill>
                  <a:srgbClr val="48484A"/>
                </a:solidFill>
                <a:latin typeface="Hind"/>
                <a:ea typeface="Hind"/>
                <a:cs typeface="Hind"/>
                <a:sym typeface="Hind"/>
              </a:rPr>
              <a:t>Report Back</a:t>
            </a:r>
            <a:r>
              <a:rPr b="0" i="0" lang="en" sz="1400" u="none" cap="none" strike="noStrike">
                <a:solidFill>
                  <a:srgbClr val="48484A"/>
                </a:solidFill>
                <a:latin typeface="Hind"/>
                <a:ea typeface="Hind"/>
                <a:cs typeface="Hind"/>
                <a:sym typeface="Hind"/>
              </a:rPr>
              <a:t>		</a:t>
            </a:r>
            <a:r>
              <a:rPr b="0" i="0" lang="en" sz="1400" u="none" cap="none" strike="noStrike">
                <a:solidFill>
                  <a:srgbClr val="00B6AA"/>
                </a:solidFill>
                <a:latin typeface="Hind"/>
                <a:ea typeface="Hind"/>
                <a:cs typeface="Hind"/>
                <a:sym typeface="Hind"/>
              </a:rPr>
              <a:t>	</a:t>
            </a:r>
            <a:r>
              <a:rPr lang="en" sz="1400">
                <a:solidFill>
                  <a:srgbClr val="00B6AA"/>
                </a:solidFill>
                <a:latin typeface="Hind"/>
                <a:ea typeface="Hind"/>
                <a:cs typeface="Hind"/>
                <a:sym typeface="Hind"/>
              </a:rPr>
              <a:t>					All</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95" name="Shape 95"/>
        <p:cNvGrpSpPr/>
        <p:nvPr/>
      </p:nvGrpSpPr>
      <p:grpSpPr>
        <a:xfrm>
          <a:off x="0" y="0"/>
          <a:ext cx="0" cy="0"/>
          <a:chOff x="0" y="0"/>
          <a:chExt cx="0" cy="0"/>
        </a:xfrm>
      </p:grpSpPr>
      <p:sp>
        <p:nvSpPr>
          <p:cNvPr id="96" name="Shape 96"/>
          <p:cNvSpPr txBox="1"/>
          <p:nvPr>
            <p:ph type="title"/>
          </p:nvPr>
        </p:nvSpPr>
        <p:spPr>
          <a:xfrm>
            <a:off x="457200" y="-222647"/>
            <a:ext cx="8229600" cy="857400"/>
          </a:xfrm>
          <a:prstGeom prst="rect">
            <a:avLst/>
          </a:prstGeom>
          <a:noFill/>
          <a:ln>
            <a:noFill/>
          </a:ln>
        </p:spPr>
        <p:txBody>
          <a:bodyPr anchorCtr="0" anchor="b" bIns="91425" lIns="91425" rIns="91425" tIns="91425">
            <a:noAutofit/>
          </a:bodyPr>
          <a:lstStyle/>
          <a:p>
            <a:pPr indent="0" lvl="0" marL="0" marR="0" rtl="0" algn="ctr">
              <a:lnSpc>
                <a:spcPct val="100000"/>
              </a:lnSpc>
              <a:spcBef>
                <a:spcPts val="0"/>
              </a:spcBef>
              <a:spcAft>
                <a:spcPts val="0"/>
              </a:spcAft>
              <a:buClr>
                <a:schemeClr val="dk1"/>
              </a:buClr>
              <a:buSzPct val="25000"/>
              <a:buFont typeface="Montserrat"/>
              <a:buNone/>
            </a:pPr>
            <a:r>
              <a:rPr lang="en">
                <a:latin typeface="Montserrat"/>
                <a:ea typeface="Montserrat"/>
                <a:cs typeface="Montserrat"/>
                <a:sym typeface="Montserrat"/>
              </a:rPr>
              <a:t>Report Back</a:t>
            </a:r>
          </a:p>
        </p:txBody>
      </p:sp>
      <p:sp>
        <p:nvSpPr>
          <p:cNvPr id="97" name="Shape 97"/>
          <p:cNvSpPr txBox="1"/>
          <p:nvPr>
            <p:ph idx="1" type="body"/>
          </p:nvPr>
        </p:nvSpPr>
        <p:spPr>
          <a:xfrm>
            <a:off x="533400" y="415908"/>
            <a:ext cx="8610600" cy="3914100"/>
          </a:xfrm>
          <a:prstGeom prst="rect">
            <a:avLst/>
          </a:prstGeom>
          <a:noFill/>
          <a:ln>
            <a:noFill/>
          </a:ln>
        </p:spPr>
        <p:txBody>
          <a:bodyPr anchorCtr="0" anchor="t" bIns="91425" lIns="91425" rIns="91425" tIns="91425">
            <a:noAutofit/>
          </a:bodyPr>
          <a:lstStyle/>
          <a:p>
            <a:pPr indent="0" lvl="0" marL="0" marR="0" rtl="0" algn="l">
              <a:lnSpc>
                <a:spcPct val="100000"/>
              </a:lnSpc>
              <a:spcBef>
                <a:spcPts val="0"/>
              </a:spcBef>
              <a:spcAft>
                <a:spcPts val="0"/>
              </a:spcAft>
              <a:buClr>
                <a:schemeClr val="dk1"/>
              </a:buClr>
              <a:buSzPct val="25000"/>
              <a:buFont typeface="Hind"/>
              <a:buNone/>
            </a:pPr>
            <a:r>
              <a:t/>
            </a:r>
            <a:endParaRPr sz="1400">
              <a:solidFill>
                <a:srgbClr val="48484A"/>
              </a:solidFill>
              <a:latin typeface="Hind"/>
              <a:ea typeface="Hind"/>
              <a:cs typeface="Hind"/>
              <a:sym typeface="Hind"/>
            </a:endParaRPr>
          </a:p>
          <a:p>
            <a:pPr indent="0" lvl="0" marL="0" marR="0" rtl="0" algn="l">
              <a:lnSpc>
                <a:spcPct val="100000"/>
              </a:lnSpc>
              <a:spcBef>
                <a:spcPts val="0"/>
              </a:spcBef>
              <a:spcAft>
                <a:spcPts val="0"/>
              </a:spcAft>
              <a:buClr>
                <a:schemeClr val="dk1"/>
              </a:buClr>
              <a:buSzPct val="25000"/>
              <a:buFont typeface="Hind"/>
              <a:buNone/>
            </a:pPr>
            <a:r>
              <a:t/>
            </a:r>
            <a:endParaRPr sz="1200">
              <a:highlight>
                <a:srgbClr val="FFFFFF"/>
              </a:highlight>
            </a:endParaRPr>
          </a:p>
          <a:p>
            <a:pPr indent="0" lvl="0" marL="0" marR="0" rtl="0" algn="l">
              <a:lnSpc>
                <a:spcPct val="100000"/>
              </a:lnSpc>
              <a:spcBef>
                <a:spcPts val="0"/>
              </a:spcBef>
              <a:spcAft>
                <a:spcPts val="0"/>
              </a:spcAft>
              <a:buClr>
                <a:schemeClr val="dk1"/>
              </a:buClr>
              <a:buSzPct val="25000"/>
              <a:buFont typeface="Hind"/>
              <a:buNone/>
            </a:pPr>
            <a:r>
              <a:t/>
            </a:r>
            <a:endParaRPr sz="1200">
              <a:highlight>
                <a:srgbClr val="FFFFFF"/>
              </a:highlight>
            </a:endParaRPr>
          </a:p>
          <a:p>
            <a:pPr indent="0" lvl="0" marL="0" marR="0" rtl="0" algn="l">
              <a:lnSpc>
                <a:spcPct val="100000"/>
              </a:lnSpc>
              <a:spcBef>
                <a:spcPts val="0"/>
              </a:spcBef>
              <a:spcAft>
                <a:spcPts val="0"/>
              </a:spcAft>
              <a:buClr>
                <a:schemeClr val="dk1"/>
              </a:buClr>
              <a:buSzPct val="25000"/>
              <a:buFont typeface="Hind"/>
              <a:buNone/>
            </a:pPr>
            <a:r>
              <a:rPr lang="en" sz="1400">
                <a:solidFill>
                  <a:srgbClr val="48484A"/>
                </a:solidFill>
                <a:latin typeface="Hind"/>
                <a:ea typeface="Hind"/>
                <a:cs typeface="Hind"/>
                <a:sym typeface="Hind"/>
              </a:rPr>
              <a:t>Updates from WWCode SV Directors</a:t>
            </a:r>
            <a:r>
              <a:rPr b="0" i="0" lang="en" sz="1400" u="none" cap="none" strike="noStrike">
                <a:solidFill>
                  <a:srgbClr val="48484A"/>
                </a:solidFill>
                <a:latin typeface="Hind"/>
                <a:ea typeface="Hind"/>
                <a:cs typeface="Hind"/>
                <a:sym typeface="Hind"/>
              </a:rPr>
              <a:t>			</a:t>
            </a:r>
            <a:r>
              <a:rPr b="0" i="0" lang="en" sz="1400" u="none" cap="none" strike="noStrike">
                <a:solidFill>
                  <a:srgbClr val="00B6AA"/>
                </a:solidFill>
                <a:latin typeface="Hind"/>
                <a:ea typeface="Hind"/>
                <a:cs typeface="Hind"/>
                <a:sym typeface="Hind"/>
              </a:rPr>
              <a:t>Guiti, Snehal</a:t>
            </a:r>
            <a:r>
              <a:rPr b="0" i="0" lang="en" sz="1400" u="none" cap="none" strike="noStrike">
                <a:solidFill>
                  <a:srgbClr val="48484A"/>
                </a:solidFill>
                <a:latin typeface="Hind"/>
                <a:ea typeface="Hind"/>
                <a:cs typeface="Hind"/>
                <a:sym typeface="Hind"/>
              </a:rPr>
              <a:t>		</a:t>
            </a:r>
          </a:p>
          <a:p>
            <a:pPr indent="0" lvl="0" marL="0" marR="0" rtl="0" algn="l">
              <a:lnSpc>
                <a:spcPct val="100000"/>
              </a:lnSpc>
              <a:spcBef>
                <a:spcPts val="0"/>
              </a:spcBef>
              <a:spcAft>
                <a:spcPts val="0"/>
              </a:spcAft>
              <a:buClr>
                <a:schemeClr val="dk1"/>
              </a:buClr>
              <a:buSzPct val="25000"/>
              <a:buFont typeface="Arial"/>
              <a:buNone/>
            </a:pPr>
            <a:r>
              <a:t/>
            </a:r>
            <a:endParaRPr sz="1400">
              <a:solidFill>
                <a:srgbClr val="48484A"/>
              </a:solidFill>
              <a:latin typeface="Hind"/>
              <a:ea typeface="Hind"/>
              <a:cs typeface="Hind"/>
              <a:sym typeface="Hind"/>
            </a:endParaRPr>
          </a:p>
          <a:p>
            <a:pPr indent="0" lvl="0" marL="0" marR="0" rtl="0" algn="l">
              <a:lnSpc>
                <a:spcPct val="100000"/>
              </a:lnSpc>
              <a:spcBef>
                <a:spcPts val="0"/>
              </a:spcBef>
              <a:spcAft>
                <a:spcPts val="0"/>
              </a:spcAft>
              <a:buClr>
                <a:schemeClr val="dk1"/>
              </a:buClr>
              <a:buSzPct val="25000"/>
              <a:buFont typeface="Arial"/>
              <a:buNone/>
            </a:pPr>
            <a:r>
              <a:rPr lang="en" sz="1400">
                <a:solidFill>
                  <a:srgbClr val="48484A"/>
                </a:solidFill>
                <a:latin typeface="Hind"/>
                <a:ea typeface="Hind"/>
                <a:cs typeface="Hind"/>
                <a:sym typeface="Hind"/>
              </a:rPr>
              <a:t>Vote on Top 3 Challenges					</a:t>
            </a:r>
          </a:p>
          <a:p>
            <a:pPr indent="0" lvl="0" marL="0" marR="0" rtl="0" algn="l">
              <a:lnSpc>
                <a:spcPct val="100000"/>
              </a:lnSpc>
              <a:spcBef>
                <a:spcPts val="0"/>
              </a:spcBef>
              <a:spcAft>
                <a:spcPts val="0"/>
              </a:spcAft>
              <a:buClr>
                <a:schemeClr val="dk1"/>
              </a:buClr>
              <a:buSzPct val="25000"/>
              <a:buFont typeface="Arial"/>
              <a:buNone/>
            </a:pPr>
            <a:r>
              <a:t/>
            </a:r>
            <a:endParaRPr sz="1400">
              <a:solidFill>
                <a:srgbClr val="48484A"/>
              </a:solidFill>
              <a:latin typeface="Hind"/>
              <a:ea typeface="Hind"/>
              <a:cs typeface="Hind"/>
              <a:sym typeface="Hind"/>
            </a:endParaRPr>
          </a:p>
          <a:p>
            <a:pPr indent="457200" lvl="0" marL="0" marR="0" rtl="0" algn="l">
              <a:lnSpc>
                <a:spcPct val="100000"/>
              </a:lnSpc>
              <a:spcBef>
                <a:spcPts val="0"/>
              </a:spcBef>
              <a:spcAft>
                <a:spcPts val="0"/>
              </a:spcAft>
              <a:buClr>
                <a:schemeClr val="dk1"/>
              </a:buClr>
              <a:buSzPct val="25000"/>
              <a:buFont typeface="Arial"/>
              <a:buNone/>
            </a:pPr>
            <a:r>
              <a:rPr lang="en" sz="1400">
                <a:solidFill>
                  <a:srgbClr val="48484A"/>
                </a:solidFill>
                <a:latin typeface="Hind"/>
                <a:ea typeface="Hind"/>
                <a:cs typeface="Hind"/>
                <a:sym typeface="Hind"/>
              </a:rPr>
              <a:t>Ex. Hosts, Communication</a:t>
            </a:r>
          </a:p>
          <a:p>
            <a:pPr indent="0" lvl="0" marL="0" marR="0" rtl="0" algn="l">
              <a:lnSpc>
                <a:spcPct val="100000"/>
              </a:lnSpc>
              <a:spcBef>
                <a:spcPts val="0"/>
              </a:spcBef>
              <a:spcAft>
                <a:spcPts val="0"/>
              </a:spcAft>
              <a:buClr>
                <a:schemeClr val="dk1"/>
              </a:buClr>
              <a:buSzPct val="25000"/>
              <a:buFont typeface="Arial"/>
              <a:buNone/>
            </a:pPr>
            <a:r>
              <a:t/>
            </a:r>
            <a:endParaRPr sz="1400">
              <a:solidFill>
                <a:srgbClr val="48484A"/>
              </a:solidFill>
              <a:latin typeface="Hind"/>
              <a:ea typeface="Hind"/>
              <a:cs typeface="Hind"/>
              <a:sym typeface="Hind"/>
            </a:endParaRPr>
          </a:p>
          <a:p>
            <a:pPr indent="0" lvl="0" marL="0" marR="0" rtl="0" algn="l">
              <a:lnSpc>
                <a:spcPct val="100000"/>
              </a:lnSpc>
              <a:spcBef>
                <a:spcPts val="0"/>
              </a:spcBef>
              <a:spcAft>
                <a:spcPts val="0"/>
              </a:spcAft>
              <a:buClr>
                <a:schemeClr val="dk1"/>
              </a:buClr>
              <a:buSzPct val="25000"/>
              <a:buFont typeface="Arial"/>
              <a:buNone/>
            </a:pPr>
            <a:r>
              <a:t/>
            </a:r>
            <a:endParaRPr sz="1400">
              <a:solidFill>
                <a:srgbClr val="48484A"/>
              </a:solidFill>
              <a:latin typeface="Hind"/>
              <a:ea typeface="Hind"/>
              <a:cs typeface="Hind"/>
              <a:sym typeface="Hind"/>
            </a:endParaRPr>
          </a:p>
          <a:p>
            <a:pPr indent="0" lvl="0" marL="0" marR="0" rtl="0" algn="l">
              <a:lnSpc>
                <a:spcPct val="100000"/>
              </a:lnSpc>
              <a:spcBef>
                <a:spcPts val="0"/>
              </a:spcBef>
              <a:spcAft>
                <a:spcPts val="0"/>
              </a:spcAft>
              <a:buClr>
                <a:schemeClr val="dk1"/>
              </a:buClr>
              <a:buSzPct val="25000"/>
              <a:buFont typeface="Arial"/>
              <a:buNone/>
            </a:pPr>
            <a:r>
              <a:rPr lang="en" sz="1400">
                <a:solidFill>
                  <a:srgbClr val="48484A"/>
                </a:solidFill>
                <a:latin typeface="Hind"/>
                <a:ea typeface="Hind"/>
                <a:cs typeface="Hind"/>
                <a:sym typeface="Hind"/>
              </a:rPr>
              <a:t>Group Break Out </a:t>
            </a:r>
          </a:p>
          <a:p>
            <a:pPr indent="0" lvl="0" marL="0" marR="0" rtl="0" algn="l">
              <a:lnSpc>
                <a:spcPct val="100000"/>
              </a:lnSpc>
              <a:spcBef>
                <a:spcPts val="0"/>
              </a:spcBef>
              <a:spcAft>
                <a:spcPts val="0"/>
              </a:spcAft>
              <a:buClr>
                <a:schemeClr val="dk1"/>
              </a:buClr>
              <a:buSzPct val="25000"/>
              <a:buFont typeface="Arial"/>
              <a:buNone/>
            </a:pPr>
            <a:r>
              <a:t/>
            </a:r>
            <a:endParaRPr sz="1400">
              <a:solidFill>
                <a:srgbClr val="48484A"/>
              </a:solidFill>
              <a:latin typeface="Hind"/>
              <a:ea typeface="Hind"/>
              <a:cs typeface="Hind"/>
              <a:sym typeface="Hind"/>
            </a:endParaRPr>
          </a:p>
          <a:p>
            <a:pPr indent="0" lvl="0" marL="0" marR="0" rtl="0" algn="l">
              <a:lnSpc>
                <a:spcPct val="100000"/>
              </a:lnSpc>
              <a:spcBef>
                <a:spcPts val="0"/>
              </a:spcBef>
              <a:spcAft>
                <a:spcPts val="0"/>
              </a:spcAft>
              <a:buClr>
                <a:schemeClr val="dk1"/>
              </a:buClr>
              <a:buSzPct val="25000"/>
              <a:buFont typeface="Hind"/>
              <a:buNone/>
            </a:pPr>
            <a:r>
              <a:rPr lang="en" sz="1400">
                <a:solidFill>
                  <a:srgbClr val="48484A"/>
                </a:solidFill>
                <a:latin typeface="Hind"/>
                <a:ea typeface="Hind"/>
                <a:cs typeface="Hind"/>
                <a:sym typeface="Hind"/>
              </a:rPr>
              <a:t>Report Back</a:t>
            </a:r>
            <a:r>
              <a:rPr b="0" i="0" lang="en" sz="1400" u="none" cap="none" strike="noStrike">
                <a:solidFill>
                  <a:srgbClr val="48484A"/>
                </a:solidFill>
                <a:latin typeface="Hind"/>
                <a:ea typeface="Hind"/>
                <a:cs typeface="Hind"/>
                <a:sym typeface="Hind"/>
              </a:rPr>
              <a:t>		</a:t>
            </a:r>
            <a:r>
              <a:rPr b="0" i="0" lang="en" sz="1400" u="none" cap="none" strike="noStrike">
                <a:solidFill>
                  <a:srgbClr val="00B6AA"/>
                </a:solidFill>
                <a:latin typeface="Hind"/>
                <a:ea typeface="Hind"/>
                <a:cs typeface="Hind"/>
                <a:sym typeface="Hind"/>
              </a:rPr>
              <a:t>	</a:t>
            </a:r>
            <a:r>
              <a:rPr lang="en" sz="1400">
                <a:solidFill>
                  <a:srgbClr val="00B6AA"/>
                </a:solidFill>
                <a:latin typeface="Hind"/>
                <a:ea typeface="Hind"/>
                <a:cs typeface="Hind"/>
                <a:sym typeface="Hind"/>
              </a:rPr>
              <a:t>					All</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01" name="Shape 101"/>
        <p:cNvGrpSpPr/>
        <p:nvPr/>
      </p:nvGrpSpPr>
      <p:grpSpPr>
        <a:xfrm>
          <a:off x="0" y="0"/>
          <a:ext cx="0" cy="0"/>
          <a:chOff x="0" y="0"/>
          <a:chExt cx="0" cy="0"/>
        </a:xfrm>
      </p:grpSpPr>
      <p:sp>
        <p:nvSpPr>
          <p:cNvPr id="102" name="Shape 102"/>
          <p:cNvSpPr txBox="1"/>
          <p:nvPr>
            <p:ph idx="4294967295" type="title"/>
          </p:nvPr>
        </p:nvSpPr>
        <p:spPr>
          <a:xfrm>
            <a:off x="457200" y="-222647"/>
            <a:ext cx="8229600" cy="857400"/>
          </a:xfrm>
          <a:prstGeom prst="rect">
            <a:avLst/>
          </a:prstGeom>
          <a:noFill/>
          <a:ln>
            <a:noFill/>
          </a:ln>
        </p:spPr>
        <p:txBody>
          <a:bodyPr anchorCtr="0" anchor="b" bIns="91425" lIns="91425" rIns="91425" tIns="91425">
            <a:noAutofit/>
          </a:bodyPr>
          <a:lstStyle/>
          <a:p>
            <a:pPr indent="0" lvl="0" marL="0" marR="0" rtl="0" algn="ctr">
              <a:lnSpc>
                <a:spcPct val="100000"/>
              </a:lnSpc>
              <a:spcBef>
                <a:spcPts val="0"/>
              </a:spcBef>
              <a:spcAft>
                <a:spcPts val="0"/>
              </a:spcAft>
              <a:buClr>
                <a:schemeClr val="dk1"/>
              </a:buClr>
              <a:buSzPct val="25000"/>
              <a:buFont typeface="Montserrat"/>
              <a:buNone/>
            </a:pPr>
            <a:r>
              <a:t/>
            </a:r>
            <a:endParaRPr>
              <a:latin typeface="Montserrat"/>
              <a:ea typeface="Montserrat"/>
              <a:cs typeface="Montserrat"/>
              <a:sym typeface="Montserrat"/>
            </a:endParaRPr>
          </a:p>
          <a:p>
            <a:pPr indent="0" lvl="0" marL="0" marR="0" rtl="0" algn="ctr">
              <a:lnSpc>
                <a:spcPct val="100000"/>
              </a:lnSpc>
              <a:spcBef>
                <a:spcPts val="0"/>
              </a:spcBef>
              <a:spcAft>
                <a:spcPts val="0"/>
              </a:spcAft>
              <a:buClr>
                <a:schemeClr val="dk1"/>
              </a:buClr>
              <a:buSzPct val="25000"/>
              <a:buFont typeface="Montserrat"/>
              <a:buNone/>
            </a:pPr>
            <a:r>
              <a:rPr lang="en">
                <a:latin typeface="Montserrat"/>
                <a:ea typeface="Montserrat"/>
                <a:cs typeface="Montserrat"/>
                <a:sym typeface="Montserrat"/>
              </a:rPr>
              <a:t>HOSTS</a:t>
            </a:r>
          </a:p>
        </p:txBody>
      </p:sp>
      <p:sp>
        <p:nvSpPr>
          <p:cNvPr id="103" name="Shape 103"/>
          <p:cNvSpPr txBox="1"/>
          <p:nvPr>
            <p:ph type="ctrTitle"/>
          </p:nvPr>
        </p:nvSpPr>
        <p:spPr>
          <a:xfrm>
            <a:off x="197625" y="1300575"/>
            <a:ext cx="8946300" cy="3843000"/>
          </a:xfrm>
          <a:prstGeom prst="rect">
            <a:avLst/>
          </a:prstGeom>
        </p:spPr>
        <p:txBody>
          <a:bodyPr anchorCtr="0" anchor="b" bIns="91425" lIns="91425" rIns="91425" tIns="91425">
            <a:noAutofit/>
          </a:bodyPr>
          <a:lstStyle/>
          <a:p>
            <a:pPr lvl="0" rtl="0" algn="l">
              <a:spcBef>
                <a:spcPts val="0"/>
              </a:spcBef>
              <a:buNone/>
            </a:pPr>
            <a:r>
              <a:t/>
            </a:r>
            <a:endParaRPr sz="1200">
              <a:solidFill>
                <a:srgbClr val="48484A"/>
              </a:solidFill>
              <a:latin typeface="Hind"/>
              <a:ea typeface="Hind"/>
              <a:cs typeface="Hind"/>
              <a:sym typeface="Hind"/>
            </a:endParaRPr>
          </a:p>
          <a:p>
            <a:pPr lvl="0" rtl="0" algn="l">
              <a:spcBef>
                <a:spcPts val="0"/>
              </a:spcBef>
              <a:buNone/>
            </a:pPr>
            <a:r>
              <a:t/>
            </a:r>
            <a:endParaRPr sz="1200">
              <a:solidFill>
                <a:srgbClr val="48484A"/>
              </a:solidFill>
              <a:latin typeface="Hind"/>
              <a:ea typeface="Hind"/>
              <a:cs typeface="Hind"/>
              <a:sym typeface="Hind"/>
            </a:endParaRPr>
          </a:p>
          <a:p>
            <a:pPr lvl="0" rtl="0" algn="l">
              <a:spcBef>
                <a:spcPts val="0"/>
              </a:spcBef>
              <a:buNone/>
            </a:pPr>
            <a:r>
              <a:t/>
            </a:r>
            <a:endParaRPr sz="1200">
              <a:solidFill>
                <a:srgbClr val="48484A"/>
              </a:solidFill>
              <a:latin typeface="Hind"/>
              <a:ea typeface="Hind"/>
              <a:cs typeface="Hind"/>
              <a:sym typeface="Hind"/>
            </a:endParaRPr>
          </a:p>
          <a:p>
            <a:pPr lvl="0" rtl="0" algn="l">
              <a:spcBef>
                <a:spcPts val="0"/>
              </a:spcBef>
              <a:buNone/>
            </a:pPr>
            <a:r>
              <a:t/>
            </a:r>
            <a:endParaRPr sz="1200">
              <a:solidFill>
                <a:srgbClr val="48484A"/>
              </a:solidFill>
              <a:latin typeface="Hind"/>
              <a:ea typeface="Hind"/>
              <a:cs typeface="Hind"/>
              <a:sym typeface="Hind"/>
            </a:endParaRPr>
          </a:p>
          <a:p>
            <a:pPr lvl="0" rtl="0" algn="l">
              <a:spcBef>
                <a:spcPts val="0"/>
              </a:spcBef>
              <a:buNone/>
            </a:pPr>
            <a:r>
              <a:t/>
            </a:r>
            <a:endParaRPr sz="1200">
              <a:solidFill>
                <a:srgbClr val="48484A"/>
              </a:solidFill>
              <a:latin typeface="Hind"/>
              <a:ea typeface="Hind"/>
              <a:cs typeface="Hind"/>
              <a:sym typeface="Hind"/>
            </a:endParaRPr>
          </a:p>
          <a:p>
            <a:pPr lvl="0" rtl="0" algn="l">
              <a:spcBef>
                <a:spcPts val="0"/>
              </a:spcBef>
              <a:buNone/>
            </a:pPr>
            <a:r>
              <a:t/>
            </a:r>
            <a:endParaRPr sz="1200">
              <a:solidFill>
                <a:srgbClr val="48484A"/>
              </a:solidFill>
              <a:latin typeface="Hind"/>
              <a:ea typeface="Hind"/>
              <a:cs typeface="Hind"/>
              <a:sym typeface="Hind"/>
            </a:endParaRPr>
          </a:p>
          <a:p>
            <a:pPr lvl="0" rtl="0" algn="l">
              <a:spcBef>
                <a:spcPts val="0"/>
              </a:spcBef>
              <a:buNone/>
            </a:pPr>
            <a:r>
              <a:t/>
            </a:r>
            <a:endParaRPr sz="1200">
              <a:solidFill>
                <a:srgbClr val="48484A"/>
              </a:solidFill>
              <a:latin typeface="Hind"/>
              <a:ea typeface="Hind"/>
              <a:cs typeface="Hind"/>
              <a:sym typeface="Hind"/>
            </a:endParaRPr>
          </a:p>
          <a:p>
            <a:pPr lvl="0" rtl="0" algn="l">
              <a:spcBef>
                <a:spcPts val="0"/>
              </a:spcBef>
              <a:buNone/>
            </a:pPr>
            <a:r>
              <a:t/>
            </a:r>
            <a:endParaRPr sz="1200">
              <a:solidFill>
                <a:srgbClr val="48484A"/>
              </a:solidFill>
              <a:latin typeface="Hind"/>
              <a:ea typeface="Hind"/>
              <a:cs typeface="Hind"/>
              <a:sym typeface="Hind"/>
            </a:endParaRPr>
          </a:p>
          <a:p>
            <a:pPr lvl="0" rtl="0" algn="l">
              <a:spcBef>
                <a:spcPts val="0"/>
              </a:spcBef>
              <a:buNone/>
            </a:pPr>
            <a:r>
              <a:t/>
            </a:r>
            <a:endParaRPr sz="1200">
              <a:solidFill>
                <a:srgbClr val="48484A"/>
              </a:solidFill>
              <a:latin typeface="Hind"/>
              <a:ea typeface="Hind"/>
              <a:cs typeface="Hind"/>
              <a:sym typeface="Hind"/>
            </a:endParaRPr>
          </a:p>
          <a:p>
            <a:pPr lvl="0" rtl="0" algn="l">
              <a:spcBef>
                <a:spcPts val="0"/>
              </a:spcBef>
              <a:buNone/>
            </a:pPr>
            <a:r>
              <a:t/>
            </a:r>
            <a:endParaRPr sz="1200">
              <a:solidFill>
                <a:srgbClr val="48484A"/>
              </a:solidFill>
              <a:latin typeface="Hind"/>
              <a:ea typeface="Hind"/>
              <a:cs typeface="Hind"/>
              <a:sym typeface="Hind"/>
            </a:endParaRPr>
          </a:p>
          <a:p>
            <a:pPr lvl="0" rtl="0" algn="l">
              <a:spcBef>
                <a:spcPts val="0"/>
              </a:spcBef>
              <a:buNone/>
            </a:pPr>
            <a:r>
              <a:t/>
            </a:r>
            <a:endParaRPr sz="1200">
              <a:solidFill>
                <a:srgbClr val="48484A"/>
              </a:solidFill>
              <a:latin typeface="Hind"/>
              <a:ea typeface="Hind"/>
              <a:cs typeface="Hind"/>
              <a:sym typeface="Hind"/>
            </a:endParaRPr>
          </a:p>
          <a:p>
            <a:pPr lvl="0" rtl="0" algn="l">
              <a:spcBef>
                <a:spcPts val="0"/>
              </a:spcBef>
              <a:buNone/>
            </a:pPr>
            <a:r>
              <a:t/>
            </a:r>
            <a:endParaRPr sz="1200">
              <a:solidFill>
                <a:srgbClr val="48484A"/>
              </a:solidFill>
              <a:latin typeface="Hind"/>
              <a:ea typeface="Hind"/>
              <a:cs typeface="Hind"/>
              <a:sym typeface="Hind"/>
            </a:endParaRPr>
          </a:p>
          <a:p>
            <a:pPr lvl="0" rtl="0" algn="l">
              <a:spcBef>
                <a:spcPts val="0"/>
              </a:spcBef>
              <a:buNone/>
            </a:pPr>
            <a:r>
              <a:t/>
            </a:r>
            <a:endParaRPr sz="1200">
              <a:solidFill>
                <a:srgbClr val="48484A"/>
              </a:solidFill>
              <a:latin typeface="Hind"/>
              <a:ea typeface="Hind"/>
              <a:cs typeface="Hind"/>
              <a:sym typeface="Hind"/>
            </a:endParaRPr>
          </a:p>
          <a:p>
            <a:pPr lvl="0" rtl="0" algn="l">
              <a:spcBef>
                <a:spcPts val="0"/>
              </a:spcBef>
              <a:buNone/>
            </a:pPr>
            <a:r>
              <a:t/>
            </a:r>
            <a:endParaRPr sz="1200">
              <a:solidFill>
                <a:srgbClr val="48484A"/>
              </a:solidFill>
              <a:latin typeface="Hind"/>
              <a:ea typeface="Hind"/>
              <a:cs typeface="Hind"/>
              <a:sym typeface="Hind"/>
            </a:endParaRPr>
          </a:p>
          <a:p>
            <a:pPr lvl="0" rtl="0" algn="l">
              <a:spcBef>
                <a:spcPts val="0"/>
              </a:spcBef>
              <a:buNone/>
            </a:pPr>
            <a:r>
              <a:t/>
            </a:r>
            <a:endParaRPr sz="1200">
              <a:solidFill>
                <a:srgbClr val="48484A"/>
              </a:solidFill>
              <a:latin typeface="Hind"/>
              <a:ea typeface="Hind"/>
              <a:cs typeface="Hind"/>
              <a:sym typeface="Hind"/>
            </a:endParaRPr>
          </a:p>
          <a:p>
            <a:pPr lvl="0" rtl="0" algn="l">
              <a:spcBef>
                <a:spcPts val="0"/>
              </a:spcBef>
              <a:buClr>
                <a:schemeClr val="dk1"/>
              </a:buClr>
              <a:buSzPct val="91666"/>
              <a:buFont typeface="Arial"/>
              <a:buNone/>
            </a:pPr>
            <a:r>
              <a:t/>
            </a:r>
            <a:endParaRPr sz="1200">
              <a:solidFill>
                <a:srgbClr val="48484A"/>
              </a:solidFill>
              <a:latin typeface="Hind"/>
              <a:ea typeface="Hind"/>
              <a:cs typeface="Hind"/>
              <a:sym typeface="Hind"/>
            </a:endParaRPr>
          </a:p>
          <a:p>
            <a:pPr lvl="0" rtl="0" algn="l">
              <a:spcBef>
                <a:spcPts val="0"/>
              </a:spcBef>
              <a:buNone/>
            </a:pPr>
            <a:r>
              <a:t/>
            </a:r>
            <a:endParaRPr sz="1200">
              <a:solidFill>
                <a:srgbClr val="48484A"/>
              </a:solidFill>
              <a:latin typeface="Hind"/>
              <a:ea typeface="Hind"/>
              <a:cs typeface="Hind"/>
              <a:sym typeface="Hind"/>
            </a:endParaRPr>
          </a:p>
          <a:p>
            <a:pPr lvl="0" rtl="0" algn="l">
              <a:spcBef>
                <a:spcPts val="0"/>
              </a:spcBef>
              <a:buNone/>
            </a:pPr>
            <a:r>
              <a:t/>
            </a:r>
            <a:endParaRPr sz="1200">
              <a:solidFill>
                <a:srgbClr val="48484A"/>
              </a:solidFill>
              <a:latin typeface="Hind"/>
              <a:ea typeface="Hind"/>
              <a:cs typeface="Hind"/>
              <a:sym typeface="Hind"/>
            </a:endParaRPr>
          </a:p>
          <a:p>
            <a:pPr lvl="0" rtl="0" algn="l">
              <a:spcBef>
                <a:spcPts val="0"/>
              </a:spcBef>
              <a:buNone/>
            </a:pPr>
            <a:r>
              <a:t/>
            </a:r>
            <a:endParaRPr sz="1200">
              <a:solidFill>
                <a:srgbClr val="48484A"/>
              </a:solidFill>
              <a:latin typeface="Hind"/>
              <a:ea typeface="Hind"/>
              <a:cs typeface="Hind"/>
              <a:sym typeface="Hind"/>
            </a:endParaRPr>
          </a:p>
          <a:p>
            <a:pPr lvl="0" rtl="0" algn="l">
              <a:spcBef>
                <a:spcPts val="0"/>
              </a:spcBef>
              <a:buNone/>
            </a:pPr>
            <a:r>
              <a:t/>
            </a:r>
            <a:endParaRPr sz="1200">
              <a:solidFill>
                <a:srgbClr val="48484A"/>
              </a:solidFill>
              <a:latin typeface="Hind"/>
              <a:ea typeface="Hind"/>
              <a:cs typeface="Hind"/>
              <a:sym typeface="Hind"/>
            </a:endParaRPr>
          </a:p>
          <a:p>
            <a:pPr lvl="0" rtl="0" algn="l">
              <a:spcBef>
                <a:spcPts val="0"/>
              </a:spcBef>
              <a:buNone/>
            </a:pPr>
            <a:r>
              <a:rPr lang="en" sz="1200">
                <a:solidFill>
                  <a:srgbClr val="48484A"/>
                </a:solidFill>
                <a:latin typeface="Hind"/>
                <a:ea typeface="Hind"/>
                <a:cs typeface="Hind"/>
                <a:sym typeface="Hind"/>
              </a:rPr>
              <a:t>New Google Doc Sheet to Add Host Progress - </a:t>
            </a:r>
            <a:r>
              <a:rPr lang="en" sz="1200" u="sng">
                <a:solidFill>
                  <a:schemeClr val="accent5"/>
                </a:solidFill>
                <a:latin typeface="Hind"/>
                <a:ea typeface="Hind"/>
                <a:cs typeface="Hind"/>
                <a:sym typeface="Hind"/>
                <a:hlinkClick r:id="rId3"/>
              </a:rPr>
              <a:t>http://bit.ly/wwcsvhostsd</a:t>
            </a:r>
          </a:p>
          <a:p>
            <a:pPr lvl="0" rtl="0" algn="l">
              <a:spcBef>
                <a:spcPts val="0"/>
              </a:spcBef>
              <a:buNone/>
            </a:pPr>
            <a:r>
              <a:t/>
            </a:r>
            <a:endParaRPr sz="1200">
              <a:solidFill>
                <a:srgbClr val="48484A"/>
              </a:solidFill>
              <a:latin typeface="Hind"/>
              <a:ea typeface="Hind"/>
              <a:cs typeface="Hind"/>
              <a:sym typeface="Hind"/>
            </a:endParaRPr>
          </a:p>
          <a:p>
            <a:pPr lvl="0" rtl="0" algn="l">
              <a:spcBef>
                <a:spcPts val="0"/>
              </a:spcBef>
              <a:buNone/>
            </a:pPr>
            <a:r>
              <a:t/>
            </a:r>
            <a:endParaRPr sz="1200">
              <a:solidFill>
                <a:srgbClr val="48484A"/>
              </a:solidFill>
              <a:latin typeface="Hind"/>
              <a:ea typeface="Hind"/>
              <a:cs typeface="Hind"/>
              <a:sym typeface="Hind"/>
            </a:endParaRPr>
          </a:p>
          <a:p>
            <a:pPr lvl="0" rtl="0" algn="l">
              <a:spcBef>
                <a:spcPts val="0"/>
              </a:spcBef>
              <a:buNone/>
            </a:pPr>
            <a:r>
              <a:t/>
            </a:r>
            <a:endParaRPr sz="1200">
              <a:solidFill>
                <a:srgbClr val="48484A"/>
              </a:solidFill>
              <a:latin typeface="Hind"/>
              <a:ea typeface="Hind"/>
              <a:cs typeface="Hind"/>
              <a:sym typeface="Hind"/>
            </a:endParaRPr>
          </a:p>
          <a:p>
            <a:pPr lvl="0" rtl="0" algn="l">
              <a:spcBef>
                <a:spcPts val="0"/>
              </a:spcBef>
              <a:buNone/>
            </a:pPr>
            <a:r>
              <a:t/>
            </a:r>
            <a:endParaRPr sz="1200">
              <a:solidFill>
                <a:srgbClr val="48484A"/>
              </a:solidFill>
              <a:latin typeface="Hind"/>
              <a:ea typeface="Hind"/>
              <a:cs typeface="Hind"/>
              <a:sym typeface="Hind"/>
            </a:endParaRPr>
          </a:p>
          <a:p>
            <a:pPr lvl="0" rtl="0" algn="l">
              <a:spcBef>
                <a:spcPts val="0"/>
              </a:spcBef>
              <a:buNone/>
            </a:pPr>
            <a:r>
              <a:t/>
            </a:r>
            <a:endParaRPr sz="1200">
              <a:solidFill>
                <a:srgbClr val="48484A"/>
              </a:solidFill>
              <a:latin typeface="Hind"/>
              <a:ea typeface="Hind"/>
              <a:cs typeface="Hind"/>
              <a:sym typeface="Hind"/>
            </a:endParaRPr>
          </a:p>
          <a:p>
            <a:pPr lvl="0" rtl="0" algn="l">
              <a:spcBef>
                <a:spcPts val="0"/>
              </a:spcBef>
              <a:buNone/>
            </a:pPr>
            <a:r>
              <a:t/>
            </a:r>
            <a:endParaRPr sz="1200">
              <a:solidFill>
                <a:srgbClr val="48484A"/>
              </a:solidFill>
              <a:latin typeface="Hind"/>
              <a:ea typeface="Hind"/>
              <a:cs typeface="Hind"/>
              <a:sym typeface="Hind"/>
            </a:endParaRPr>
          </a:p>
          <a:p>
            <a:pPr lvl="0" rtl="0" algn="l">
              <a:spcBef>
                <a:spcPts val="0"/>
              </a:spcBef>
              <a:buNone/>
            </a:pPr>
            <a:r>
              <a:rPr lang="en" sz="1200">
                <a:solidFill>
                  <a:srgbClr val="48484A"/>
                </a:solidFill>
                <a:latin typeface="Hind"/>
                <a:ea typeface="Hind"/>
                <a:cs typeface="Hind"/>
                <a:sym typeface="Hind"/>
              </a:rPr>
              <a:t>Structure of group - one person (lead) dedicated to hosts - rotate</a:t>
            </a:r>
          </a:p>
          <a:p>
            <a:pPr lvl="0" rtl="0" algn="l">
              <a:spcBef>
                <a:spcPts val="0"/>
              </a:spcBef>
              <a:buNone/>
            </a:pPr>
            <a:r>
              <a:t/>
            </a:r>
            <a:endParaRPr sz="1200">
              <a:solidFill>
                <a:srgbClr val="48484A"/>
              </a:solidFill>
              <a:latin typeface="Hind"/>
              <a:ea typeface="Hind"/>
              <a:cs typeface="Hind"/>
              <a:sym typeface="Hind"/>
            </a:endParaRPr>
          </a:p>
          <a:p>
            <a:pPr lvl="0" rtl="0" algn="l">
              <a:spcBef>
                <a:spcPts val="0"/>
              </a:spcBef>
              <a:buNone/>
            </a:pPr>
            <a:r>
              <a:t/>
            </a:r>
            <a:endParaRPr sz="1200">
              <a:solidFill>
                <a:srgbClr val="48484A"/>
              </a:solidFill>
              <a:latin typeface="Hind"/>
              <a:ea typeface="Hind"/>
              <a:cs typeface="Hind"/>
              <a:sym typeface="Hind"/>
            </a:endParaRPr>
          </a:p>
          <a:p>
            <a:pPr lvl="0" rtl="0" algn="l">
              <a:spcBef>
                <a:spcPts val="0"/>
              </a:spcBef>
              <a:buNone/>
            </a:pPr>
            <a:r>
              <a:t/>
            </a:r>
            <a:endParaRPr sz="1200">
              <a:solidFill>
                <a:srgbClr val="48484A"/>
              </a:solidFill>
              <a:latin typeface="Hind"/>
              <a:ea typeface="Hind"/>
              <a:cs typeface="Hind"/>
              <a:sym typeface="Hind"/>
            </a:endParaRPr>
          </a:p>
          <a:p>
            <a:pPr lvl="0" rtl="0" algn="l">
              <a:spcBef>
                <a:spcPts val="0"/>
              </a:spcBef>
              <a:buNone/>
            </a:pPr>
            <a:r>
              <a:t/>
            </a:r>
            <a:endParaRPr sz="1200">
              <a:solidFill>
                <a:srgbClr val="48484A"/>
              </a:solidFill>
              <a:latin typeface="Hind"/>
              <a:ea typeface="Hind"/>
              <a:cs typeface="Hind"/>
              <a:sym typeface="Hind"/>
            </a:endParaRPr>
          </a:p>
          <a:p>
            <a:pPr lvl="0" rtl="0" algn="l">
              <a:spcBef>
                <a:spcPts val="0"/>
              </a:spcBef>
              <a:buNone/>
            </a:pPr>
            <a:r>
              <a:t/>
            </a:r>
            <a:endParaRPr sz="1200">
              <a:solidFill>
                <a:srgbClr val="48484A"/>
              </a:solidFill>
              <a:latin typeface="Hind"/>
              <a:ea typeface="Hind"/>
              <a:cs typeface="Hind"/>
              <a:sym typeface="Hind"/>
            </a:endParaRPr>
          </a:p>
          <a:p>
            <a:pPr lvl="0" rtl="0" algn="l">
              <a:spcBef>
                <a:spcPts val="0"/>
              </a:spcBef>
              <a:buNone/>
            </a:pPr>
            <a:r>
              <a:t/>
            </a:r>
            <a:endParaRPr sz="1200">
              <a:solidFill>
                <a:srgbClr val="48484A"/>
              </a:solidFill>
              <a:latin typeface="Hind"/>
              <a:ea typeface="Hind"/>
              <a:cs typeface="Hind"/>
              <a:sym typeface="Hind"/>
            </a:endParaRPr>
          </a:p>
          <a:p>
            <a:pPr lvl="0" rtl="0" algn="l">
              <a:spcBef>
                <a:spcPts val="0"/>
              </a:spcBef>
              <a:buNone/>
            </a:pPr>
            <a:r>
              <a:t/>
            </a:r>
            <a:endParaRPr sz="1200">
              <a:solidFill>
                <a:srgbClr val="48484A"/>
              </a:solidFill>
              <a:latin typeface="Hind"/>
              <a:ea typeface="Hind"/>
              <a:cs typeface="Hind"/>
              <a:sym typeface="Hind"/>
            </a:endParaRPr>
          </a:p>
          <a:p>
            <a:pPr lvl="0" rtl="0" algn="l">
              <a:spcBef>
                <a:spcPts val="0"/>
              </a:spcBef>
              <a:buNone/>
            </a:pPr>
            <a:r>
              <a:t/>
            </a:r>
            <a:endParaRPr sz="1200">
              <a:solidFill>
                <a:srgbClr val="48484A"/>
              </a:solidFill>
              <a:latin typeface="Hind"/>
              <a:ea typeface="Hind"/>
              <a:cs typeface="Hind"/>
              <a:sym typeface="Hind"/>
            </a:endParaRPr>
          </a:p>
          <a:p>
            <a:pPr lvl="0" rtl="0" algn="l">
              <a:spcBef>
                <a:spcPts val="0"/>
              </a:spcBef>
              <a:buNone/>
            </a:pPr>
            <a:r>
              <a:t/>
            </a:r>
            <a:endParaRPr sz="1200">
              <a:solidFill>
                <a:srgbClr val="48484A"/>
              </a:solidFill>
              <a:latin typeface="Hind"/>
              <a:ea typeface="Hind"/>
              <a:cs typeface="Hind"/>
              <a:sym typeface="Hind"/>
            </a:endParaRPr>
          </a:p>
          <a:p>
            <a:pPr lvl="0" rtl="0" algn="l">
              <a:spcBef>
                <a:spcPts val="0"/>
              </a:spcBef>
              <a:buNone/>
            </a:pPr>
            <a:r>
              <a:t/>
            </a:r>
            <a:endParaRPr sz="1200">
              <a:solidFill>
                <a:srgbClr val="48484A"/>
              </a:solidFill>
              <a:latin typeface="Hind"/>
              <a:ea typeface="Hind"/>
              <a:cs typeface="Hind"/>
              <a:sym typeface="Hind"/>
            </a:endParaRPr>
          </a:p>
          <a:p>
            <a:pPr lvl="0" rtl="0" algn="l">
              <a:spcBef>
                <a:spcPts val="0"/>
              </a:spcBef>
              <a:buNone/>
            </a:pPr>
            <a:r>
              <a:t/>
            </a:r>
            <a:endParaRPr sz="1200">
              <a:solidFill>
                <a:srgbClr val="48484A"/>
              </a:solidFill>
              <a:latin typeface="Hind"/>
              <a:ea typeface="Hind"/>
              <a:cs typeface="Hind"/>
              <a:sym typeface="Hind"/>
            </a:endParaRPr>
          </a:p>
          <a:p>
            <a:pPr lvl="0" rtl="0" algn="l">
              <a:spcBef>
                <a:spcPts val="0"/>
              </a:spcBef>
              <a:buNone/>
            </a:pPr>
            <a:r>
              <a:t/>
            </a:r>
            <a:endParaRPr sz="1200">
              <a:solidFill>
                <a:srgbClr val="48484A"/>
              </a:solidFill>
              <a:latin typeface="Hind"/>
              <a:ea typeface="Hind"/>
              <a:cs typeface="Hind"/>
              <a:sym typeface="Hind"/>
            </a:endParaRPr>
          </a:p>
          <a:p>
            <a:pPr lvl="0" rtl="0" algn="l">
              <a:spcBef>
                <a:spcPts val="0"/>
              </a:spcBef>
              <a:buNone/>
            </a:pPr>
            <a:r>
              <a:t/>
            </a:r>
            <a:endParaRPr sz="1200">
              <a:solidFill>
                <a:srgbClr val="48484A"/>
              </a:solidFill>
              <a:latin typeface="Hind"/>
              <a:ea typeface="Hind"/>
              <a:cs typeface="Hind"/>
              <a:sym typeface="Hind"/>
            </a:endParaRPr>
          </a:p>
          <a:p>
            <a:pPr lvl="0" rtl="0" algn="l">
              <a:spcBef>
                <a:spcPts val="0"/>
              </a:spcBef>
              <a:buNone/>
            </a:pPr>
            <a:r>
              <a:t/>
            </a:r>
            <a:endParaRPr sz="1200">
              <a:solidFill>
                <a:srgbClr val="48484A"/>
              </a:solidFill>
              <a:latin typeface="Hind"/>
              <a:ea typeface="Hind"/>
              <a:cs typeface="Hind"/>
              <a:sym typeface="Hind"/>
            </a:endParaRPr>
          </a:p>
          <a:p>
            <a:pPr lvl="0" rtl="0" algn="l">
              <a:spcBef>
                <a:spcPts val="0"/>
              </a:spcBef>
              <a:buNone/>
            </a:pPr>
            <a:r>
              <a:t/>
            </a:r>
            <a:endParaRPr sz="1200">
              <a:solidFill>
                <a:srgbClr val="48484A"/>
              </a:solidFill>
              <a:latin typeface="Hind"/>
              <a:ea typeface="Hind"/>
              <a:cs typeface="Hind"/>
              <a:sym typeface="Hind"/>
            </a:endParaRPr>
          </a:p>
          <a:p>
            <a:pPr lvl="0" rtl="0" algn="l">
              <a:spcBef>
                <a:spcPts val="0"/>
              </a:spcBef>
              <a:buNone/>
            </a:pPr>
            <a:r>
              <a:t/>
            </a:r>
            <a:endParaRPr sz="1200">
              <a:solidFill>
                <a:srgbClr val="48484A"/>
              </a:solidFill>
              <a:latin typeface="Hind"/>
              <a:ea typeface="Hind"/>
              <a:cs typeface="Hind"/>
              <a:sym typeface="Hind"/>
            </a:endParaRPr>
          </a:p>
          <a:p>
            <a:pPr lvl="0" rtl="0" algn="l">
              <a:spcBef>
                <a:spcPts val="0"/>
              </a:spcBef>
              <a:buNone/>
            </a:pPr>
            <a:r>
              <a:t/>
            </a:r>
            <a:endParaRPr sz="1200">
              <a:solidFill>
                <a:srgbClr val="48484A"/>
              </a:solidFill>
              <a:latin typeface="Hind"/>
              <a:ea typeface="Hind"/>
              <a:cs typeface="Hind"/>
              <a:sym typeface="Hind"/>
            </a:endParaRPr>
          </a:p>
          <a:p>
            <a:pPr lvl="0" rtl="0" algn="l">
              <a:spcBef>
                <a:spcPts val="0"/>
              </a:spcBef>
              <a:buNone/>
            </a:pPr>
            <a:r>
              <a:t/>
            </a:r>
            <a:endParaRPr sz="1200">
              <a:solidFill>
                <a:srgbClr val="48484A"/>
              </a:solidFill>
              <a:latin typeface="Hind"/>
              <a:ea typeface="Hind"/>
              <a:cs typeface="Hind"/>
              <a:sym typeface="Hind"/>
            </a:endParaRPr>
          </a:p>
          <a:p>
            <a:pPr lvl="0" rtl="0" algn="l">
              <a:spcBef>
                <a:spcPts val="0"/>
              </a:spcBef>
              <a:buNone/>
            </a:pPr>
            <a:r>
              <a:t/>
            </a:r>
            <a:endParaRPr sz="1200">
              <a:solidFill>
                <a:srgbClr val="48484A"/>
              </a:solidFill>
              <a:latin typeface="Hind"/>
              <a:ea typeface="Hind"/>
              <a:cs typeface="Hind"/>
              <a:sym typeface="Hind"/>
            </a:endParaRPr>
          </a:p>
          <a:p>
            <a:pPr lvl="0" rtl="0" algn="l">
              <a:spcBef>
                <a:spcPts val="0"/>
              </a:spcBef>
              <a:buNone/>
            </a:pPr>
            <a:r>
              <a:t/>
            </a:r>
            <a:endParaRPr sz="1200">
              <a:solidFill>
                <a:srgbClr val="48484A"/>
              </a:solidFill>
              <a:latin typeface="Hind"/>
              <a:ea typeface="Hind"/>
              <a:cs typeface="Hind"/>
              <a:sym typeface="Hind"/>
            </a:endParaRPr>
          </a:p>
          <a:p>
            <a:pPr lvl="0" rtl="0" algn="l">
              <a:spcBef>
                <a:spcPts val="0"/>
              </a:spcBef>
              <a:buNone/>
            </a:pPr>
            <a:r>
              <a:t/>
            </a:r>
            <a:endParaRPr sz="1200">
              <a:solidFill>
                <a:srgbClr val="48484A"/>
              </a:solidFill>
              <a:latin typeface="Hind"/>
              <a:ea typeface="Hind"/>
              <a:cs typeface="Hind"/>
              <a:sym typeface="Hind"/>
            </a:endParaRPr>
          </a:p>
          <a:p>
            <a:pPr lvl="0" rtl="0" algn="l">
              <a:spcBef>
                <a:spcPts val="0"/>
              </a:spcBef>
              <a:buNone/>
            </a:pPr>
            <a:r>
              <a:t/>
            </a:r>
            <a:endParaRPr sz="1200">
              <a:solidFill>
                <a:srgbClr val="48484A"/>
              </a:solidFill>
              <a:latin typeface="Hind"/>
              <a:ea typeface="Hind"/>
              <a:cs typeface="Hind"/>
              <a:sym typeface="Hind"/>
            </a:endParaRPr>
          </a:p>
          <a:p>
            <a:pPr lvl="0" rtl="0" algn="l">
              <a:spcBef>
                <a:spcPts val="0"/>
              </a:spcBef>
              <a:buNone/>
            </a:pPr>
            <a:r>
              <a:t/>
            </a:r>
            <a:endParaRPr sz="1200">
              <a:solidFill>
                <a:srgbClr val="48484A"/>
              </a:solidFill>
              <a:latin typeface="Hind"/>
              <a:ea typeface="Hind"/>
              <a:cs typeface="Hind"/>
              <a:sym typeface="Hind"/>
            </a:endParaRPr>
          </a:p>
          <a:p>
            <a:pPr indent="-304800" lvl="0" marL="457200" rtl="0" algn="l">
              <a:spcBef>
                <a:spcPts val="0"/>
              </a:spcBef>
              <a:buClr>
                <a:srgbClr val="48484A"/>
              </a:buClr>
              <a:buSzPct val="100000"/>
              <a:buFont typeface="Hind"/>
              <a:buAutoNum type="arabicParenR"/>
            </a:pPr>
            <a:r>
              <a:rPr lang="en" sz="1200">
                <a:solidFill>
                  <a:srgbClr val="48484A"/>
                </a:solidFill>
                <a:latin typeface="Hind"/>
                <a:ea typeface="Hind"/>
                <a:cs typeface="Hind"/>
                <a:sym typeface="Hind"/>
              </a:rPr>
              <a:t>Refer to updated host tracking document. </a:t>
            </a:r>
            <a:r>
              <a:rPr lang="en" sz="1200" u="sng">
                <a:solidFill>
                  <a:schemeClr val="accent5"/>
                </a:solidFill>
                <a:latin typeface="Hind"/>
                <a:ea typeface="Hind"/>
                <a:cs typeface="Hind"/>
                <a:sym typeface="Hind"/>
                <a:hlinkClick r:id="rId4"/>
              </a:rPr>
              <a:t>http://bit.ly/wwcsvhostsd</a:t>
            </a:r>
          </a:p>
          <a:p>
            <a:pPr indent="-304800" lvl="0" marL="457200" rtl="0" algn="l">
              <a:spcBef>
                <a:spcPts val="0"/>
              </a:spcBef>
              <a:buClr>
                <a:srgbClr val="48484A"/>
              </a:buClr>
              <a:buSzPct val="100000"/>
              <a:buFont typeface="Hind"/>
              <a:buAutoNum type="arabicParenR"/>
            </a:pPr>
            <a:r>
              <a:rPr lang="en" sz="1200">
                <a:solidFill>
                  <a:srgbClr val="48484A"/>
                </a:solidFill>
                <a:latin typeface="Hind"/>
                <a:ea typeface="Hind"/>
                <a:cs typeface="Hind"/>
                <a:sym typeface="Hind"/>
              </a:rPr>
              <a:t>Identify your group needs, check available hosts, current hosts, and archived hosts and correspond with directors accordingly based on your group needs. </a:t>
            </a:r>
          </a:p>
          <a:p>
            <a:pPr indent="-304800" lvl="0" marL="457200" rtl="0" algn="l">
              <a:spcBef>
                <a:spcPts val="0"/>
              </a:spcBef>
              <a:buClr>
                <a:srgbClr val="48484A"/>
              </a:buClr>
              <a:buSzPct val="100000"/>
              <a:buFont typeface="Hind"/>
              <a:buAutoNum type="arabicParenR"/>
            </a:pPr>
            <a:r>
              <a:rPr lang="en" sz="1200">
                <a:solidFill>
                  <a:srgbClr val="48484A"/>
                </a:solidFill>
                <a:latin typeface="Hind"/>
                <a:ea typeface="Hind"/>
                <a:cs typeface="Hind"/>
                <a:sym typeface="Hind"/>
              </a:rPr>
              <a:t>Contact a new host, or existing host through initial contact with a director or evangelist</a:t>
            </a:r>
          </a:p>
          <a:p>
            <a:pPr indent="-304800" lvl="0" marL="457200" rtl="0" algn="l">
              <a:spcBef>
                <a:spcPts val="0"/>
              </a:spcBef>
              <a:buClr>
                <a:srgbClr val="48484A"/>
              </a:buClr>
              <a:buSzPct val="100000"/>
              <a:buFont typeface="Hind"/>
              <a:buAutoNum type="arabicParenR"/>
            </a:pPr>
            <a:r>
              <a:rPr lang="en" sz="1200">
                <a:solidFill>
                  <a:srgbClr val="48484A"/>
                </a:solidFill>
                <a:latin typeface="Hind"/>
                <a:ea typeface="Hind"/>
                <a:cs typeface="Hind"/>
                <a:sym typeface="Hind"/>
              </a:rPr>
              <a:t>Keep in mind that some hosts are interested in hiring or only serving particular positions at their company given their vertical or domain expertise (ex. Cloudera wants to hire data scientists and provides training on Hadoop for women in tech; Groupon wants to hire mobile developers). </a:t>
            </a:r>
          </a:p>
          <a:p>
            <a:pPr lvl="0" rtl="0" algn="l">
              <a:spcBef>
                <a:spcPts val="0"/>
              </a:spcBef>
              <a:buNone/>
            </a:pPr>
            <a:r>
              <a:t/>
            </a:r>
            <a:endParaRPr sz="1200">
              <a:solidFill>
                <a:srgbClr val="48484A"/>
              </a:solidFill>
              <a:latin typeface="Hind"/>
              <a:ea typeface="Hind"/>
              <a:cs typeface="Hind"/>
              <a:sym typeface="Hind"/>
            </a:endParaRPr>
          </a:p>
          <a:p>
            <a:pPr indent="0" lvl="0" marL="0" rtl="0" algn="l">
              <a:spcBef>
                <a:spcPts val="0"/>
              </a:spcBef>
              <a:buNone/>
            </a:pPr>
            <a:r>
              <a:t/>
            </a:r>
            <a:endParaRPr sz="1200">
              <a:solidFill>
                <a:srgbClr val="48484A"/>
              </a:solidFill>
              <a:latin typeface="Hind"/>
              <a:ea typeface="Hind"/>
              <a:cs typeface="Hind"/>
              <a:sym typeface="Hind"/>
            </a:endParaRPr>
          </a:p>
          <a:p>
            <a:pPr lvl="0" rtl="0" algn="l">
              <a:spcBef>
                <a:spcPts val="0"/>
              </a:spcBef>
              <a:buNone/>
            </a:pPr>
            <a:r>
              <a:rPr lang="en" sz="1200">
                <a:solidFill>
                  <a:srgbClr val="48484A"/>
                </a:solidFill>
                <a:latin typeface="Hind"/>
                <a:ea typeface="Hind"/>
                <a:cs typeface="Hind"/>
                <a:sym typeface="Hind"/>
              </a:rPr>
              <a:t>Infographic of startup up a group slide - included in FAQ Orientation Packet</a:t>
            </a:r>
          </a:p>
          <a:p>
            <a:pPr lvl="0" rtl="0" algn="l">
              <a:spcBef>
                <a:spcPts val="0"/>
              </a:spcBef>
              <a:buNone/>
            </a:pPr>
            <a:r>
              <a:t/>
            </a:r>
            <a:endParaRPr sz="1200">
              <a:solidFill>
                <a:srgbClr val="48484A"/>
              </a:solidFill>
              <a:latin typeface="Hind"/>
              <a:ea typeface="Hind"/>
              <a:cs typeface="Hind"/>
              <a:sym typeface="Hind"/>
            </a:endParaRPr>
          </a:p>
          <a:p>
            <a:pPr lvl="0" rtl="0" algn="l">
              <a:spcBef>
                <a:spcPts val="0"/>
              </a:spcBef>
              <a:buNone/>
            </a:pPr>
            <a:r>
              <a:rPr lang="en" sz="1200">
                <a:solidFill>
                  <a:srgbClr val="48484A"/>
                </a:solidFill>
                <a:latin typeface="Hind"/>
                <a:ea typeface="Hind"/>
                <a:cs typeface="Hind"/>
                <a:sym typeface="Hind"/>
              </a:rPr>
              <a:t>Contact flow</a:t>
            </a:r>
          </a:p>
          <a:p>
            <a:pPr lvl="0" rtl="0" algn="l">
              <a:spcBef>
                <a:spcPts val="0"/>
              </a:spcBef>
              <a:buNone/>
            </a:pPr>
            <a:r>
              <a:rPr lang="en" sz="1200">
                <a:solidFill>
                  <a:srgbClr val="48484A"/>
                </a:solidFill>
                <a:latin typeface="Hind"/>
                <a:ea typeface="Hind"/>
                <a:cs typeface="Hind"/>
                <a:sym typeface="Hind"/>
              </a:rPr>
              <a:t>Initial contact</a:t>
            </a:r>
          </a:p>
          <a:p>
            <a:pPr lvl="0" rtl="0" algn="l">
              <a:spcBef>
                <a:spcPts val="0"/>
              </a:spcBef>
              <a:buNone/>
            </a:pPr>
            <a:r>
              <a:rPr lang="en" sz="1200">
                <a:solidFill>
                  <a:srgbClr val="48484A"/>
                </a:solidFill>
                <a:latin typeface="Hind"/>
                <a:ea typeface="Hind"/>
                <a:cs typeface="Hind"/>
                <a:sym typeface="Hind"/>
              </a:rPr>
              <a:t>Group needs</a:t>
            </a:r>
          </a:p>
          <a:p>
            <a:pPr lvl="0" rtl="0" algn="l">
              <a:spcBef>
                <a:spcPts val="0"/>
              </a:spcBef>
              <a:buNone/>
            </a:pPr>
            <a:r>
              <a:rPr lang="en" sz="1200">
                <a:solidFill>
                  <a:srgbClr val="48484A"/>
                </a:solidFill>
                <a:latin typeface="Hind"/>
                <a:ea typeface="Hind"/>
                <a:cs typeface="Hind"/>
                <a:sym typeface="Hind"/>
              </a:rPr>
              <a:t>Keep track</a:t>
            </a:r>
          </a:p>
          <a:p>
            <a:pPr lvl="0" rtl="0" algn="l">
              <a:spcBef>
                <a:spcPts val="0"/>
              </a:spcBef>
              <a:buNone/>
            </a:pPr>
            <a:r>
              <a:t/>
            </a:r>
            <a:endParaRPr sz="1200">
              <a:solidFill>
                <a:srgbClr val="48484A"/>
              </a:solidFill>
              <a:latin typeface="Hind"/>
              <a:ea typeface="Hind"/>
              <a:cs typeface="Hind"/>
              <a:sym typeface="Hind"/>
            </a:endParaRPr>
          </a:p>
          <a:p>
            <a:pPr lvl="0" rtl="0" algn="l">
              <a:spcBef>
                <a:spcPts val="0"/>
              </a:spcBef>
              <a:buNone/>
            </a:pPr>
            <a:r>
              <a:rPr lang="en" sz="1200">
                <a:solidFill>
                  <a:srgbClr val="48484A"/>
                </a:solidFill>
                <a:latin typeface="Hind"/>
                <a:ea typeface="Hind"/>
                <a:cs typeface="Hind"/>
                <a:sym typeface="Hind"/>
              </a:rPr>
              <a:t>Which group more interested</a:t>
            </a:r>
          </a:p>
          <a:p>
            <a:pPr lvl="0" rtl="0" algn="l">
              <a:spcBef>
                <a:spcPts val="0"/>
              </a:spcBef>
              <a:buNone/>
            </a:pPr>
            <a:r>
              <a:rPr lang="en" sz="1200">
                <a:solidFill>
                  <a:srgbClr val="48484A"/>
                </a:solidFill>
                <a:latin typeface="Hind"/>
                <a:ea typeface="Hind"/>
                <a:cs typeface="Hind"/>
                <a:sym typeface="Hind"/>
              </a:rPr>
              <a:t>What resources are available</a:t>
            </a:r>
          </a:p>
          <a:p>
            <a:pPr lvl="0" rtl="0" algn="l">
              <a:spcBef>
                <a:spcPts val="0"/>
              </a:spcBef>
              <a:buNone/>
            </a:pPr>
            <a:r>
              <a:t/>
            </a:r>
            <a:endParaRPr sz="1200">
              <a:solidFill>
                <a:srgbClr val="48484A"/>
              </a:solidFill>
              <a:latin typeface="Hind"/>
              <a:ea typeface="Hind"/>
              <a:cs typeface="Hind"/>
              <a:sym typeface="Hind"/>
            </a:endParaRPr>
          </a:p>
          <a:p>
            <a:pPr lvl="0" rtl="0" algn="l">
              <a:spcBef>
                <a:spcPts val="0"/>
              </a:spcBef>
              <a:buClr>
                <a:schemeClr val="dk1"/>
              </a:buClr>
              <a:buSzPct val="25000"/>
              <a:buFont typeface="Hind"/>
              <a:buNone/>
            </a:pPr>
            <a:r>
              <a:rPr lang="en" sz="1200">
                <a:solidFill>
                  <a:srgbClr val="48484A"/>
                </a:solidFill>
                <a:latin typeface="Hind"/>
                <a:ea typeface="Hind"/>
                <a:cs typeface="Hind"/>
                <a:sym typeface="Hind"/>
              </a:rPr>
              <a:t>		</a:t>
            </a:r>
          </a:p>
          <a:p>
            <a:pPr lvl="0" rtl="0" algn="l">
              <a:spcBef>
                <a:spcPts val="0"/>
              </a:spcBef>
              <a:buNone/>
            </a:pPr>
            <a:r>
              <a:t/>
            </a:r>
            <a:endParaRPr sz="12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07" name="Shape 107"/>
        <p:cNvGrpSpPr/>
        <p:nvPr/>
      </p:nvGrpSpPr>
      <p:grpSpPr>
        <a:xfrm>
          <a:off x="0" y="0"/>
          <a:ext cx="0" cy="0"/>
          <a:chOff x="0" y="0"/>
          <a:chExt cx="0" cy="0"/>
        </a:xfrm>
      </p:grpSpPr>
      <p:sp>
        <p:nvSpPr>
          <p:cNvPr id="108" name="Shape 108"/>
          <p:cNvSpPr txBox="1"/>
          <p:nvPr>
            <p:ph idx="4294967295" type="title"/>
          </p:nvPr>
        </p:nvSpPr>
        <p:spPr>
          <a:xfrm>
            <a:off x="457200" y="-222647"/>
            <a:ext cx="8229600" cy="857400"/>
          </a:xfrm>
          <a:prstGeom prst="rect">
            <a:avLst/>
          </a:prstGeom>
          <a:noFill/>
          <a:ln>
            <a:noFill/>
          </a:ln>
        </p:spPr>
        <p:txBody>
          <a:bodyPr anchorCtr="0" anchor="b" bIns="91425" lIns="91425" rIns="91425" tIns="91425">
            <a:noAutofit/>
          </a:bodyPr>
          <a:lstStyle/>
          <a:p>
            <a:pPr indent="0" lvl="0" marL="0" marR="0" rtl="0" algn="ctr">
              <a:lnSpc>
                <a:spcPct val="100000"/>
              </a:lnSpc>
              <a:spcBef>
                <a:spcPts val="0"/>
              </a:spcBef>
              <a:spcAft>
                <a:spcPts val="0"/>
              </a:spcAft>
              <a:buClr>
                <a:schemeClr val="dk1"/>
              </a:buClr>
              <a:buSzPct val="25000"/>
              <a:buFont typeface="Montserrat"/>
              <a:buNone/>
            </a:pPr>
            <a:r>
              <a:t/>
            </a:r>
            <a:endParaRPr>
              <a:latin typeface="Montserrat"/>
              <a:ea typeface="Montserrat"/>
              <a:cs typeface="Montserrat"/>
              <a:sym typeface="Montserrat"/>
            </a:endParaRPr>
          </a:p>
          <a:p>
            <a:pPr indent="0" lvl="0" marL="0" marR="0" rtl="0" algn="ctr">
              <a:lnSpc>
                <a:spcPct val="100000"/>
              </a:lnSpc>
              <a:spcBef>
                <a:spcPts val="0"/>
              </a:spcBef>
              <a:spcAft>
                <a:spcPts val="0"/>
              </a:spcAft>
              <a:buClr>
                <a:schemeClr val="dk1"/>
              </a:buClr>
              <a:buSzPct val="25000"/>
              <a:buFont typeface="Montserrat"/>
              <a:buNone/>
            </a:pPr>
            <a:r>
              <a:rPr lang="en">
                <a:latin typeface="Montserrat"/>
                <a:ea typeface="Montserrat"/>
                <a:cs typeface="Montserrat"/>
                <a:sym typeface="Montserrat"/>
              </a:rPr>
              <a:t>FAQ</a:t>
            </a:r>
          </a:p>
        </p:txBody>
      </p:sp>
      <p:sp>
        <p:nvSpPr>
          <p:cNvPr id="109" name="Shape 109"/>
          <p:cNvSpPr txBox="1"/>
          <p:nvPr>
            <p:ph type="ctrTitle"/>
          </p:nvPr>
        </p:nvSpPr>
        <p:spPr>
          <a:xfrm>
            <a:off x="147550" y="1211825"/>
            <a:ext cx="8466900" cy="3098100"/>
          </a:xfrm>
          <a:prstGeom prst="rect">
            <a:avLst/>
          </a:prstGeom>
        </p:spPr>
        <p:txBody>
          <a:bodyPr anchorCtr="0" anchor="b" bIns="91425" lIns="91425" rIns="91425" tIns="91425">
            <a:noAutofit/>
          </a:bodyPr>
          <a:lstStyle/>
          <a:p>
            <a:pPr lvl="0" rtl="0" algn="l">
              <a:spcBef>
                <a:spcPts val="0"/>
              </a:spcBef>
              <a:buNone/>
            </a:pPr>
            <a:r>
              <a:rPr lang="en" sz="3000">
                <a:solidFill>
                  <a:srgbClr val="48484A"/>
                </a:solidFill>
                <a:latin typeface="Hind"/>
                <a:ea typeface="Hind"/>
                <a:cs typeface="Hind"/>
                <a:sym typeface="Hind"/>
              </a:rPr>
              <a:t>Links updated</a:t>
            </a:r>
          </a:p>
          <a:p>
            <a:pPr lvl="0" rtl="0" algn="l">
              <a:spcBef>
                <a:spcPts val="0"/>
              </a:spcBef>
              <a:buNone/>
            </a:pPr>
            <a:r>
              <a:rPr lang="en" sz="3000">
                <a:solidFill>
                  <a:srgbClr val="48484A"/>
                </a:solidFill>
                <a:latin typeface="Hind"/>
                <a:ea typeface="Hind"/>
                <a:cs typeface="Hind"/>
                <a:sym typeface="Hind"/>
              </a:rPr>
              <a:t>Questions we have</a:t>
            </a:r>
          </a:p>
          <a:p>
            <a:pPr lvl="0" rtl="0" algn="l">
              <a:spcBef>
                <a:spcPts val="0"/>
              </a:spcBef>
              <a:buNone/>
            </a:pPr>
            <a:r>
              <a:t/>
            </a:r>
            <a:endParaRPr sz="3000">
              <a:solidFill>
                <a:srgbClr val="48484A"/>
              </a:solidFill>
              <a:latin typeface="Hind"/>
              <a:ea typeface="Hind"/>
              <a:cs typeface="Hind"/>
              <a:sym typeface="Hin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13" name="Shape 113"/>
        <p:cNvGrpSpPr/>
        <p:nvPr/>
      </p:nvGrpSpPr>
      <p:grpSpPr>
        <a:xfrm>
          <a:off x="0" y="0"/>
          <a:ext cx="0" cy="0"/>
          <a:chOff x="0" y="0"/>
          <a:chExt cx="0" cy="0"/>
        </a:xfrm>
      </p:grpSpPr>
      <p:sp>
        <p:nvSpPr>
          <p:cNvPr id="114" name="Shape 114"/>
          <p:cNvSpPr txBox="1"/>
          <p:nvPr>
            <p:ph type="ctrTitle"/>
          </p:nvPr>
        </p:nvSpPr>
        <p:spPr>
          <a:xfrm>
            <a:off x="311708" y="744575"/>
            <a:ext cx="8520600" cy="2052600"/>
          </a:xfrm>
          <a:prstGeom prst="rect">
            <a:avLst/>
          </a:prstGeom>
        </p:spPr>
        <p:txBody>
          <a:bodyPr anchorCtr="0" anchor="b" bIns="91425" lIns="91425" rIns="91425" tIns="91425">
            <a:noAutofit/>
          </a:bodyPr>
          <a:lstStyle/>
          <a:p>
            <a:pPr lvl="0">
              <a:spcBef>
                <a:spcPts val="0"/>
              </a:spcBef>
              <a:buNone/>
            </a:pPr>
            <a:r>
              <a:t/>
            </a:r>
            <a:endParaRPr/>
          </a:p>
        </p:txBody>
      </p:sp>
      <p:sp>
        <p:nvSpPr>
          <p:cNvPr id="115" name="Shape 115"/>
          <p:cNvSpPr txBox="1"/>
          <p:nvPr>
            <p:ph idx="1" type="subTitle"/>
          </p:nvPr>
        </p:nvSpPr>
        <p:spPr>
          <a:xfrm>
            <a:off x="311700" y="2834125"/>
            <a:ext cx="8520600" cy="792600"/>
          </a:xfrm>
          <a:prstGeom prst="rect">
            <a:avLst/>
          </a:prstGeom>
        </p:spPr>
        <p:txBody>
          <a:bodyPr anchorCtr="0" anchor="t" bIns="91425" lIns="91425" rIns="91425" tIns="91425">
            <a:noAutofit/>
          </a:bodyPr>
          <a:lstStyle/>
          <a:p>
            <a:pPr lvl="0" algn="l">
              <a:spcBef>
                <a:spcPts val="0"/>
              </a:spcBef>
              <a:buClr>
                <a:schemeClr val="dk1"/>
              </a:buClr>
              <a:buSzPct val="36666"/>
              <a:buFont typeface="Arial"/>
              <a:buNone/>
            </a:pPr>
            <a:r>
              <a:rPr lang="en" sz="3000">
                <a:solidFill>
                  <a:srgbClr val="48484A"/>
                </a:solidFill>
                <a:latin typeface="Hind"/>
                <a:ea typeface="Hind"/>
                <a:cs typeface="Hind"/>
                <a:sym typeface="Hind"/>
              </a:rPr>
              <a:t>Marketing - table for later Tarzine </a:t>
            </a:r>
          </a:p>
          <a:p>
            <a:pPr lvl="0">
              <a:spcBef>
                <a:spcPts val="0"/>
              </a:spcBef>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19" name="Shape 119"/>
        <p:cNvGrpSpPr/>
        <p:nvPr/>
      </p:nvGrpSpPr>
      <p:grpSpPr>
        <a:xfrm>
          <a:off x="0" y="0"/>
          <a:ext cx="0" cy="0"/>
          <a:chOff x="0" y="0"/>
          <a:chExt cx="0" cy="0"/>
        </a:xfrm>
      </p:grpSpPr>
      <p:sp>
        <p:nvSpPr>
          <p:cNvPr id="120" name="Shape 120"/>
          <p:cNvSpPr txBox="1"/>
          <p:nvPr>
            <p:ph type="title"/>
          </p:nvPr>
        </p:nvSpPr>
        <p:spPr>
          <a:xfrm>
            <a:off x="457200" y="256184"/>
            <a:ext cx="8229600" cy="857400"/>
          </a:xfrm>
          <a:prstGeom prst="rect">
            <a:avLst/>
          </a:prstGeom>
          <a:noFill/>
          <a:ln>
            <a:noFill/>
          </a:ln>
        </p:spPr>
        <p:txBody>
          <a:bodyPr anchorCtr="0" anchor="b" bIns="91425" lIns="91425" rIns="91425" tIns="91425">
            <a:noAutofit/>
          </a:bodyPr>
          <a:lstStyle/>
          <a:p>
            <a:pPr indent="0" lvl="0" marL="0" marR="0" rtl="0" algn="ctr">
              <a:lnSpc>
                <a:spcPct val="100000"/>
              </a:lnSpc>
              <a:spcBef>
                <a:spcPts val="0"/>
              </a:spcBef>
              <a:spcAft>
                <a:spcPts val="0"/>
              </a:spcAft>
              <a:buClr>
                <a:schemeClr val="dk1"/>
              </a:buClr>
              <a:buSzPct val="25000"/>
              <a:buFont typeface="Arial"/>
              <a:buNone/>
            </a:pPr>
            <a:r>
              <a:rPr lang="en" sz="3000">
                <a:latin typeface="Montserrat"/>
                <a:ea typeface="Montserrat"/>
                <a:cs typeface="Montserrat"/>
                <a:sym typeface="Montserrat"/>
              </a:rPr>
              <a:t>Starting a new event/group </a:t>
            </a:r>
          </a:p>
        </p:txBody>
      </p:sp>
      <p:sp>
        <p:nvSpPr>
          <p:cNvPr id="121" name="Shape 121"/>
          <p:cNvSpPr txBox="1"/>
          <p:nvPr>
            <p:ph idx="1" type="body"/>
          </p:nvPr>
        </p:nvSpPr>
        <p:spPr>
          <a:xfrm>
            <a:off x="457200" y="890874"/>
            <a:ext cx="8229600" cy="4261500"/>
          </a:xfrm>
          <a:prstGeom prst="rect">
            <a:avLst/>
          </a:prstGeom>
          <a:noFill/>
          <a:ln>
            <a:noFill/>
          </a:ln>
        </p:spPr>
        <p:txBody>
          <a:bodyPr anchorCtr="0" anchor="t" bIns="91425" lIns="91425" rIns="91425" tIns="91425">
            <a:noAutofit/>
          </a:bodyPr>
          <a:lstStyle/>
          <a:p>
            <a:pPr lvl="0" rtl="0">
              <a:spcBef>
                <a:spcPts val="0"/>
              </a:spcBef>
              <a:buNone/>
            </a:pPr>
            <a:r>
              <a:rPr lang="en" sz="1400">
                <a:solidFill>
                  <a:srgbClr val="00B6AA"/>
                </a:solidFill>
                <a:latin typeface="Montserrat"/>
                <a:ea typeface="Montserrat"/>
                <a:cs typeface="Montserrat"/>
                <a:sym typeface="Montserrat"/>
              </a:rPr>
              <a:t>Step 1: TEAM UP</a:t>
            </a:r>
          </a:p>
          <a:p>
            <a:pPr indent="-228600" lvl="0" marL="342900" rtl="0">
              <a:spcBef>
                <a:spcPts val="0"/>
              </a:spcBef>
              <a:buClr>
                <a:srgbClr val="00B6AA"/>
              </a:buClr>
              <a:buSzPct val="100000"/>
              <a:buFont typeface="Montserrat"/>
              <a:buChar char="▪"/>
            </a:pPr>
            <a:r>
              <a:rPr lang="en" sz="1400">
                <a:solidFill>
                  <a:srgbClr val="00B6AA"/>
                </a:solidFill>
                <a:latin typeface="Montserrat"/>
                <a:ea typeface="Montserrat"/>
                <a:cs typeface="Montserrat"/>
                <a:sym typeface="Montserrat"/>
              </a:rPr>
              <a:t>Identify leaders, co-leaders + divvy up work (logistics/hosts/food/sponsors, getting speakers/facilitators, volunteers, marketing person for Step 3)</a:t>
            </a:r>
          </a:p>
          <a:p>
            <a:pPr lvl="0" rtl="0">
              <a:spcBef>
                <a:spcPts val="0"/>
              </a:spcBef>
              <a:buNone/>
            </a:pPr>
            <a:r>
              <a:t/>
            </a:r>
            <a:endParaRPr sz="1400">
              <a:solidFill>
                <a:srgbClr val="00B6AA"/>
              </a:solidFill>
              <a:latin typeface="Montserrat"/>
              <a:ea typeface="Montserrat"/>
              <a:cs typeface="Montserrat"/>
              <a:sym typeface="Montserrat"/>
            </a:endParaRPr>
          </a:p>
          <a:p>
            <a:pPr lvl="0" rtl="0">
              <a:spcBef>
                <a:spcPts val="0"/>
              </a:spcBef>
              <a:buNone/>
            </a:pPr>
            <a:r>
              <a:rPr lang="en" sz="1400">
                <a:solidFill>
                  <a:srgbClr val="00B6AA"/>
                </a:solidFill>
                <a:latin typeface="Montserrat"/>
                <a:ea typeface="Montserrat"/>
                <a:cs typeface="Montserrat"/>
                <a:sym typeface="Montserrat"/>
              </a:rPr>
              <a:t>Step 2: BOOK A LOCATION + CONFIRM SPEAKER(S)/FACILITATOR(S)</a:t>
            </a:r>
          </a:p>
          <a:p>
            <a:pPr indent="-228600" lvl="0" marL="342900" rtl="0">
              <a:spcBef>
                <a:spcPts val="0"/>
              </a:spcBef>
              <a:buClr>
                <a:srgbClr val="00B6AA"/>
              </a:buClr>
              <a:buSzPct val="100000"/>
              <a:buFont typeface="Montserrat"/>
              <a:buChar char="▪"/>
            </a:pPr>
            <a:r>
              <a:rPr lang="en" sz="1400">
                <a:solidFill>
                  <a:srgbClr val="00B6AA"/>
                </a:solidFill>
                <a:latin typeface="Montserrat"/>
                <a:ea typeface="Montserrat"/>
                <a:cs typeface="Montserrat"/>
                <a:sym typeface="Montserrat"/>
              </a:rPr>
              <a:t>Set calendar, Find host - contact Directors/Evangelists </a:t>
            </a:r>
          </a:p>
          <a:p>
            <a:pPr indent="-228600" lvl="0" marL="342900" rtl="0">
              <a:spcBef>
                <a:spcPts val="0"/>
              </a:spcBef>
              <a:buClr>
                <a:srgbClr val="00B6AA"/>
              </a:buClr>
              <a:buSzPct val="100000"/>
              <a:buFont typeface="Montserrat"/>
              <a:buChar char="▪"/>
            </a:pPr>
            <a:r>
              <a:rPr lang="en" sz="1400">
                <a:solidFill>
                  <a:srgbClr val="00B6AA"/>
                </a:solidFill>
                <a:latin typeface="Montserrat"/>
                <a:ea typeface="Montserrat"/>
                <a:cs typeface="Montserrat"/>
                <a:sym typeface="Montserrat"/>
              </a:rPr>
              <a:t>Check Google Tracking Sheet to avoid double host contact</a:t>
            </a:r>
          </a:p>
          <a:p>
            <a:pPr indent="-228600" lvl="0" marL="342900" rtl="0">
              <a:spcBef>
                <a:spcPts val="0"/>
              </a:spcBef>
              <a:buClr>
                <a:srgbClr val="00B6AA"/>
              </a:buClr>
              <a:buSzPct val="100000"/>
              <a:buFont typeface="Montserrat"/>
              <a:buChar char="▪"/>
            </a:pPr>
            <a:r>
              <a:rPr lang="en" sz="1400">
                <a:solidFill>
                  <a:srgbClr val="00B6AA"/>
                </a:solidFill>
                <a:latin typeface="Montserrat"/>
                <a:ea typeface="Montserrat"/>
                <a:cs typeface="Montserrat"/>
                <a:sym typeface="Montserrat"/>
              </a:rPr>
              <a:t>Use Google Doc Sample Outreach Email Template</a:t>
            </a:r>
          </a:p>
          <a:p>
            <a:pPr indent="-228600" lvl="0" marL="342900" rtl="0">
              <a:spcBef>
                <a:spcPts val="0"/>
              </a:spcBef>
              <a:buClr>
                <a:srgbClr val="00B6AA"/>
              </a:buClr>
              <a:buSzPct val="100000"/>
              <a:buFont typeface="Montserrat"/>
              <a:buChar char="▪"/>
            </a:pPr>
            <a:r>
              <a:rPr lang="en" sz="1400">
                <a:solidFill>
                  <a:srgbClr val="00B6AA"/>
                </a:solidFill>
                <a:latin typeface="Montserrat"/>
                <a:ea typeface="Montserrat"/>
                <a:cs typeface="Montserrat"/>
                <a:sym typeface="Montserrat"/>
              </a:rPr>
              <a:t>Update Google Tracking Sheet + TeamUp Calendar</a:t>
            </a:r>
          </a:p>
          <a:p>
            <a:pPr indent="-228600" lvl="0" marL="342900" rtl="0">
              <a:spcBef>
                <a:spcPts val="0"/>
              </a:spcBef>
              <a:buClr>
                <a:srgbClr val="00B6AA"/>
              </a:buClr>
              <a:buSzPct val="100000"/>
              <a:buFont typeface="Montserrat"/>
              <a:buChar char="▪"/>
            </a:pPr>
            <a:r>
              <a:rPr lang="en" sz="1400">
                <a:solidFill>
                  <a:srgbClr val="00B6AA"/>
                </a:solidFill>
                <a:latin typeface="Montserrat"/>
                <a:ea typeface="Montserrat"/>
                <a:cs typeface="Montserrat"/>
                <a:sym typeface="Montserrat"/>
              </a:rPr>
              <a:t>Work with host for 1st event prep (room location, support materials etc.).</a:t>
            </a:r>
          </a:p>
          <a:p>
            <a:pPr lvl="0" rtl="0">
              <a:spcBef>
                <a:spcPts val="0"/>
              </a:spcBef>
              <a:buNone/>
            </a:pPr>
            <a:r>
              <a:t/>
            </a:r>
            <a:endParaRPr sz="1400">
              <a:solidFill>
                <a:srgbClr val="00B6AA"/>
              </a:solidFill>
              <a:latin typeface="Montserrat"/>
              <a:ea typeface="Montserrat"/>
              <a:cs typeface="Montserrat"/>
              <a:sym typeface="Montserrat"/>
            </a:endParaRPr>
          </a:p>
          <a:p>
            <a:pPr lvl="0" rtl="0">
              <a:spcBef>
                <a:spcPts val="0"/>
              </a:spcBef>
              <a:buNone/>
            </a:pPr>
            <a:r>
              <a:rPr lang="en" sz="1400">
                <a:solidFill>
                  <a:srgbClr val="00B6AA"/>
                </a:solidFill>
                <a:latin typeface="Montserrat"/>
                <a:ea typeface="Montserrat"/>
                <a:cs typeface="Montserrat"/>
                <a:sym typeface="Montserrat"/>
              </a:rPr>
              <a:t>Step 3: SHARE WIDELY + RSVP</a:t>
            </a:r>
          </a:p>
          <a:p>
            <a:pPr indent="-171450" lvl="0" marL="285750" rtl="0">
              <a:spcBef>
                <a:spcPts val="0"/>
              </a:spcBef>
              <a:buClr>
                <a:srgbClr val="00B6AA"/>
              </a:buClr>
              <a:buSzPct val="100000"/>
              <a:buFont typeface="Montserrat"/>
              <a:buChar char="▪"/>
            </a:pPr>
            <a:r>
              <a:rPr lang="en" sz="1400">
                <a:solidFill>
                  <a:srgbClr val="00B6AA"/>
                </a:solidFill>
                <a:latin typeface="Montserrat"/>
                <a:ea typeface="Montserrat"/>
                <a:cs typeface="Montserrat"/>
                <a:sym typeface="Montserrat"/>
              </a:rPr>
              <a:t>Publicize (post meetup, social media, send emails) w/ approved marketing copy + design collateral (optional).</a:t>
            </a:r>
          </a:p>
          <a:p>
            <a:pPr lvl="0" rtl="0">
              <a:spcBef>
                <a:spcPts val="0"/>
              </a:spcBef>
              <a:buNone/>
            </a:pPr>
            <a:r>
              <a:t/>
            </a:r>
            <a:endParaRPr sz="1400">
              <a:solidFill>
                <a:srgbClr val="00B6AA"/>
              </a:solidFill>
              <a:latin typeface="Montserrat"/>
              <a:ea typeface="Montserrat"/>
              <a:cs typeface="Montserrat"/>
              <a:sym typeface="Montserrat"/>
            </a:endParaRPr>
          </a:p>
          <a:p>
            <a:pPr lvl="0" rtl="0">
              <a:spcBef>
                <a:spcPts val="0"/>
              </a:spcBef>
              <a:buClr>
                <a:schemeClr val="dk1"/>
              </a:buClr>
              <a:buSzPct val="78571"/>
              <a:buFont typeface="Arial"/>
              <a:buNone/>
            </a:pPr>
            <a:r>
              <a:rPr lang="en" sz="1400">
                <a:solidFill>
                  <a:srgbClr val="00B6AA"/>
                </a:solidFill>
                <a:latin typeface="Montserrat"/>
                <a:ea typeface="Montserrat"/>
                <a:cs typeface="Montserrat"/>
                <a:sym typeface="Montserrat"/>
              </a:rPr>
              <a:t>Step 4: ITERATE + GROW</a:t>
            </a:r>
          </a:p>
          <a:p>
            <a:pPr indent="-171450" lvl="0" marL="285750" rtl="0">
              <a:spcBef>
                <a:spcPts val="0"/>
              </a:spcBef>
              <a:buClr>
                <a:srgbClr val="00B6AA"/>
              </a:buClr>
              <a:buSzPct val="100000"/>
              <a:buFont typeface="Montserrat"/>
              <a:buChar char="▪"/>
            </a:pPr>
            <a:r>
              <a:rPr lang="en" sz="1400">
                <a:solidFill>
                  <a:srgbClr val="00B6AA"/>
                </a:solidFill>
                <a:latin typeface="Montserrat"/>
                <a:ea typeface="Montserrat"/>
                <a:cs typeface="Montserrat"/>
                <a:sym typeface="Montserrat"/>
              </a:rPr>
              <a:t>Evaluate what works, what doesn’t work. </a:t>
            </a:r>
          </a:p>
          <a:p>
            <a:pPr indent="-171450" lvl="0" marL="285750" rtl="0">
              <a:spcBef>
                <a:spcPts val="0"/>
              </a:spcBef>
              <a:buClr>
                <a:srgbClr val="00B6AA"/>
              </a:buClr>
              <a:buSzPct val="100000"/>
              <a:buFont typeface="Montserrat"/>
              <a:buChar char="▪"/>
            </a:pPr>
            <a:r>
              <a:rPr lang="en" sz="1400">
                <a:solidFill>
                  <a:srgbClr val="00B6AA"/>
                </a:solidFill>
                <a:latin typeface="Montserrat"/>
                <a:ea typeface="Montserrat"/>
                <a:cs typeface="Montserrat"/>
                <a:sym typeface="Montserrat"/>
              </a:rPr>
              <a:t>Revisit hosting event series again following quarter. </a:t>
            </a:r>
          </a:p>
          <a:p>
            <a:pPr indent="-171450" lvl="0" marL="285750" rtl="0">
              <a:spcBef>
                <a:spcPts val="0"/>
              </a:spcBef>
              <a:buClr>
                <a:srgbClr val="00B6AA"/>
              </a:buClr>
              <a:buSzPct val="100000"/>
              <a:buFont typeface="Montserrat"/>
              <a:buChar char="▪"/>
            </a:pPr>
            <a:r>
              <a:rPr lang="en" sz="1400">
                <a:solidFill>
                  <a:srgbClr val="00B6AA"/>
                </a:solidFill>
                <a:latin typeface="Montserrat"/>
                <a:ea typeface="Montserrat"/>
                <a:cs typeface="Montserrat"/>
                <a:sym typeface="Montserrat"/>
              </a:rPr>
              <a:t>Encourage new leaders to continue event series and get involved.</a:t>
            </a:r>
          </a:p>
          <a:p>
            <a:pPr lvl="0" rtl="0">
              <a:spcBef>
                <a:spcPts val="0"/>
              </a:spcBef>
              <a:buNone/>
            </a:pPr>
            <a:r>
              <a:t/>
            </a:r>
            <a:endParaRPr sz="1400">
              <a:solidFill>
                <a:srgbClr val="00B6AA"/>
              </a:solidFill>
              <a:latin typeface="Montserrat"/>
              <a:ea typeface="Montserrat"/>
              <a:cs typeface="Montserrat"/>
              <a:sym typeface="Montserrat"/>
            </a:endParaRPr>
          </a:p>
          <a:p>
            <a:pPr lvl="0" rtl="0">
              <a:spcBef>
                <a:spcPts val="0"/>
              </a:spcBef>
              <a:buNone/>
            </a:pPr>
            <a:r>
              <a:t/>
            </a:r>
            <a:endParaRPr sz="1400">
              <a:solidFill>
                <a:srgbClr val="00B6AA"/>
              </a:solidFill>
              <a:latin typeface="Montserrat"/>
              <a:ea typeface="Montserrat"/>
              <a:cs typeface="Montserrat"/>
              <a:sym typeface="Montserrat"/>
            </a:endParaRPr>
          </a:p>
          <a:p>
            <a:pPr indent="-342900" lvl="0" marL="5829300" marR="0" rtl="0" algn="l">
              <a:lnSpc>
                <a:spcPct val="100000"/>
              </a:lnSpc>
              <a:spcBef>
                <a:spcPts val="0"/>
              </a:spcBef>
              <a:spcAft>
                <a:spcPts val="0"/>
              </a:spcAft>
              <a:buClr>
                <a:schemeClr val="dk1"/>
              </a:buClr>
              <a:buSzPct val="228571"/>
              <a:buFont typeface="Noto Sans Symbols"/>
              <a:buNone/>
            </a:pPr>
            <a:r>
              <a:t/>
            </a:r>
            <a:endParaRPr sz="1400">
              <a:latin typeface="Montserrat"/>
              <a:ea typeface="Montserrat"/>
              <a:cs typeface="Montserrat"/>
              <a:sym typeface="Montserrat"/>
            </a:endParaRPr>
          </a:p>
          <a:p>
            <a:pPr indent="-342900" lvl="0" marL="342900" marR="0" rtl="0" algn="l">
              <a:lnSpc>
                <a:spcPct val="100000"/>
              </a:lnSpc>
              <a:spcBef>
                <a:spcPts val="0"/>
              </a:spcBef>
              <a:spcAft>
                <a:spcPts val="0"/>
              </a:spcAft>
              <a:buClr>
                <a:schemeClr val="dk1"/>
              </a:buClr>
              <a:buSzPct val="228571"/>
              <a:buFont typeface="Noto Sans Symbols"/>
              <a:buNone/>
            </a:pPr>
            <a:r>
              <a:t/>
            </a:r>
            <a:endParaRPr b="0" i="0" sz="1400" u="none" cap="none" strike="noStrike">
              <a:solidFill>
                <a:srgbClr val="00B6AA"/>
              </a:solidFill>
              <a:latin typeface="Montserrat"/>
              <a:ea typeface="Montserrat"/>
              <a:cs typeface="Montserrat"/>
              <a:sym typeface="Montserrat"/>
            </a:endParaRPr>
          </a:p>
          <a:p>
            <a:pPr indent="0" lvl="0" marL="0" marR="0" rtl="0" algn="l">
              <a:lnSpc>
                <a:spcPct val="100000"/>
              </a:lnSpc>
              <a:spcBef>
                <a:spcPts val="0"/>
              </a:spcBef>
              <a:spcAft>
                <a:spcPts val="0"/>
              </a:spcAft>
              <a:buClr>
                <a:schemeClr val="dk1"/>
              </a:buClr>
              <a:buSzPct val="25000"/>
              <a:buFont typeface="Arial"/>
              <a:buNone/>
            </a:pPr>
            <a:r>
              <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25" name="Shape 125"/>
        <p:cNvGrpSpPr/>
        <p:nvPr/>
      </p:nvGrpSpPr>
      <p:grpSpPr>
        <a:xfrm>
          <a:off x="0" y="0"/>
          <a:ext cx="0" cy="0"/>
          <a:chOff x="0" y="0"/>
          <a:chExt cx="0" cy="0"/>
        </a:xfrm>
      </p:grpSpPr>
      <p:sp>
        <p:nvSpPr>
          <p:cNvPr id="126" name="Shape 126"/>
          <p:cNvSpPr txBox="1"/>
          <p:nvPr>
            <p:ph idx="4294967295" type="title"/>
          </p:nvPr>
        </p:nvSpPr>
        <p:spPr>
          <a:xfrm>
            <a:off x="457200" y="-222647"/>
            <a:ext cx="8229600" cy="857400"/>
          </a:xfrm>
          <a:prstGeom prst="rect">
            <a:avLst/>
          </a:prstGeom>
          <a:noFill/>
          <a:ln>
            <a:noFill/>
          </a:ln>
        </p:spPr>
        <p:txBody>
          <a:bodyPr anchorCtr="0" anchor="b" bIns="91425" lIns="91425" rIns="91425" tIns="91425">
            <a:noAutofit/>
          </a:bodyPr>
          <a:lstStyle/>
          <a:p>
            <a:pPr indent="0" lvl="0" marL="0" marR="0" rtl="0" algn="ctr">
              <a:lnSpc>
                <a:spcPct val="100000"/>
              </a:lnSpc>
              <a:spcBef>
                <a:spcPts val="0"/>
              </a:spcBef>
              <a:spcAft>
                <a:spcPts val="0"/>
              </a:spcAft>
              <a:buClr>
                <a:schemeClr val="dk1"/>
              </a:buClr>
              <a:buSzPct val="25000"/>
              <a:buFont typeface="Montserrat"/>
              <a:buNone/>
            </a:pPr>
            <a:r>
              <a:t/>
            </a:r>
            <a:endParaRPr>
              <a:latin typeface="Montserrat"/>
              <a:ea typeface="Montserrat"/>
              <a:cs typeface="Montserrat"/>
              <a:sym typeface="Montserrat"/>
            </a:endParaRPr>
          </a:p>
          <a:p>
            <a:pPr indent="0" lvl="0" marL="0" marR="0" rtl="0" algn="ctr">
              <a:lnSpc>
                <a:spcPct val="100000"/>
              </a:lnSpc>
              <a:spcBef>
                <a:spcPts val="0"/>
              </a:spcBef>
              <a:spcAft>
                <a:spcPts val="0"/>
              </a:spcAft>
              <a:buClr>
                <a:schemeClr val="dk1"/>
              </a:buClr>
              <a:buSzPct val="25000"/>
              <a:buFont typeface="Montserrat"/>
              <a:buNone/>
            </a:pPr>
            <a:r>
              <a:rPr lang="en">
                <a:latin typeface="Montserrat"/>
                <a:ea typeface="Montserrat"/>
                <a:cs typeface="Montserrat"/>
                <a:sym typeface="Montserrat"/>
              </a:rPr>
              <a:t>GROUP BREAK OUT 2</a:t>
            </a:r>
          </a:p>
        </p:txBody>
      </p:sp>
      <p:sp>
        <p:nvSpPr>
          <p:cNvPr id="127" name="Shape 127"/>
          <p:cNvSpPr txBox="1"/>
          <p:nvPr>
            <p:ph type="ctrTitle"/>
          </p:nvPr>
        </p:nvSpPr>
        <p:spPr>
          <a:xfrm>
            <a:off x="147550" y="1211825"/>
            <a:ext cx="8466900" cy="3098100"/>
          </a:xfrm>
          <a:prstGeom prst="rect">
            <a:avLst/>
          </a:prstGeom>
        </p:spPr>
        <p:txBody>
          <a:bodyPr anchorCtr="0" anchor="b" bIns="91425" lIns="91425" rIns="91425" tIns="91425">
            <a:noAutofit/>
          </a:bodyPr>
          <a:lstStyle/>
          <a:p>
            <a:pPr lvl="0" rtl="0" algn="l">
              <a:spcBef>
                <a:spcPts val="0"/>
              </a:spcBef>
              <a:buNone/>
            </a:pPr>
            <a:r>
              <a:t/>
            </a:r>
            <a:endParaRPr sz="1400">
              <a:solidFill>
                <a:srgbClr val="48484A"/>
              </a:solidFill>
              <a:latin typeface="Hind"/>
              <a:ea typeface="Hind"/>
              <a:cs typeface="Hind"/>
              <a:sym typeface="Hind"/>
            </a:endParaRPr>
          </a:p>
          <a:p>
            <a:pPr lvl="0" rtl="0" algn="l">
              <a:spcBef>
                <a:spcPts val="0"/>
              </a:spcBef>
              <a:buNone/>
            </a:pPr>
            <a:r>
              <a:t/>
            </a:r>
            <a:endParaRPr sz="1400">
              <a:solidFill>
                <a:srgbClr val="48484A"/>
              </a:solidFill>
              <a:latin typeface="Hind"/>
              <a:ea typeface="Hind"/>
              <a:cs typeface="Hind"/>
              <a:sym typeface="Hind"/>
            </a:endParaRPr>
          </a:p>
          <a:p>
            <a:pPr lvl="0" rtl="0" algn="l">
              <a:spcBef>
                <a:spcPts val="0"/>
              </a:spcBef>
              <a:buNone/>
            </a:pPr>
            <a:r>
              <a:t/>
            </a:r>
            <a:endParaRPr sz="1400">
              <a:solidFill>
                <a:srgbClr val="48484A"/>
              </a:solidFill>
              <a:latin typeface="Hind"/>
              <a:ea typeface="Hind"/>
              <a:cs typeface="Hind"/>
              <a:sym typeface="Hind"/>
            </a:endParaRPr>
          </a:p>
          <a:p>
            <a:pPr lvl="0" rtl="0" algn="l">
              <a:spcBef>
                <a:spcPts val="0"/>
              </a:spcBef>
              <a:buNone/>
            </a:pPr>
            <a:r>
              <a:rPr lang="en" sz="1400">
                <a:solidFill>
                  <a:srgbClr val="48484A"/>
                </a:solidFill>
                <a:latin typeface="Hind"/>
                <a:ea typeface="Hind"/>
                <a:cs typeface="Hind"/>
                <a:sym typeface="Hind"/>
              </a:rPr>
              <a:t>Organizing Notes: </a:t>
            </a:r>
          </a:p>
          <a:p>
            <a:pPr lvl="0" rtl="0" algn="l">
              <a:spcBef>
                <a:spcPts val="0"/>
              </a:spcBef>
              <a:buNone/>
            </a:pPr>
            <a:r>
              <a:t/>
            </a:r>
            <a:endParaRPr sz="1400">
              <a:solidFill>
                <a:srgbClr val="48484A"/>
              </a:solidFill>
              <a:latin typeface="Hind"/>
              <a:ea typeface="Hind"/>
              <a:cs typeface="Hind"/>
              <a:sym typeface="Hind"/>
            </a:endParaRPr>
          </a:p>
          <a:p>
            <a:pPr lvl="0" rtl="0" algn="l">
              <a:spcBef>
                <a:spcPts val="0"/>
              </a:spcBef>
              <a:buNone/>
            </a:pPr>
            <a:r>
              <a:rPr lang="en" sz="1400">
                <a:solidFill>
                  <a:srgbClr val="48484A"/>
                </a:solidFill>
                <a:latin typeface="Hind"/>
                <a:ea typeface="Hind"/>
                <a:cs typeface="Hind"/>
                <a:sym typeface="Hind"/>
              </a:rPr>
              <a:t>Important Links:</a:t>
            </a:r>
          </a:p>
          <a:p>
            <a:pPr lvl="0" rtl="0" algn="l">
              <a:spcBef>
                <a:spcPts val="0"/>
              </a:spcBef>
              <a:buNone/>
            </a:pPr>
            <a:r>
              <a:t/>
            </a:r>
            <a:endParaRPr sz="1400">
              <a:solidFill>
                <a:srgbClr val="48484A"/>
              </a:solidFill>
              <a:latin typeface="Hind"/>
              <a:ea typeface="Hind"/>
              <a:cs typeface="Hind"/>
              <a:sym typeface="Hind"/>
            </a:endParaRPr>
          </a:p>
          <a:p>
            <a:pPr lvl="0" rtl="0" algn="l">
              <a:spcBef>
                <a:spcPts val="0"/>
              </a:spcBef>
              <a:buNone/>
            </a:pPr>
            <a:r>
              <a:rPr lang="en" sz="1400">
                <a:solidFill>
                  <a:srgbClr val="48484A"/>
                </a:solidFill>
                <a:latin typeface="Hind"/>
                <a:ea typeface="Hind"/>
                <a:cs typeface="Hind"/>
                <a:sym typeface="Hind"/>
              </a:rPr>
              <a:t>Actions/Results: </a:t>
            </a:r>
          </a:p>
          <a:p>
            <a:pPr lvl="0" rtl="0" algn="l">
              <a:spcBef>
                <a:spcPts val="0"/>
              </a:spcBef>
              <a:buNone/>
            </a:pPr>
            <a:r>
              <a:t/>
            </a:r>
            <a:endParaRPr sz="1400">
              <a:solidFill>
                <a:srgbClr val="48484A"/>
              </a:solidFill>
              <a:latin typeface="Hind"/>
              <a:ea typeface="Hind"/>
              <a:cs typeface="Hind"/>
              <a:sym typeface="Hind"/>
            </a:endParaRPr>
          </a:p>
          <a:p>
            <a:pPr lvl="0" rtl="0" algn="l">
              <a:spcBef>
                <a:spcPts val="0"/>
              </a:spcBef>
              <a:buNone/>
            </a:pPr>
            <a:r>
              <a:t/>
            </a:r>
            <a:endParaRPr sz="1400">
              <a:solidFill>
                <a:srgbClr val="48484A"/>
              </a:solidFill>
              <a:latin typeface="Hind"/>
              <a:ea typeface="Hind"/>
              <a:cs typeface="Hind"/>
              <a:sym typeface="Hind"/>
            </a:endParaRPr>
          </a:p>
          <a:p>
            <a:pPr lvl="0" rtl="0" algn="l">
              <a:spcBef>
                <a:spcPts val="0"/>
              </a:spcBef>
              <a:buClr>
                <a:schemeClr val="dk1"/>
              </a:buClr>
              <a:buSzPct val="25000"/>
              <a:buFont typeface="Hind"/>
              <a:buNone/>
            </a:pPr>
            <a:r>
              <a:t/>
            </a:r>
            <a:endParaRPr sz="3000"/>
          </a:p>
          <a:p>
            <a:pPr lvl="0" rtl="0" algn="l">
              <a:spcBef>
                <a:spcPts val="0"/>
              </a:spcBef>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31" name="Shape 131"/>
        <p:cNvGrpSpPr/>
        <p:nvPr/>
      </p:nvGrpSpPr>
      <p:grpSpPr>
        <a:xfrm>
          <a:off x="0" y="0"/>
          <a:ext cx="0" cy="0"/>
          <a:chOff x="0" y="0"/>
          <a:chExt cx="0" cy="0"/>
        </a:xfrm>
      </p:grpSpPr>
      <p:sp>
        <p:nvSpPr>
          <p:cNvPr id="132" name="Shape 132"/>
          <p:cNvSpPr txBox="1"/>
          <p:nvPr>
            <p:ph idx="4294967295" type="title"/>
          </p:nvPr>
        </p:nvSpPr>
        <p:spPr>
          <a:xfrm>
            <a:off x="457200" y="-222647"/>
            <a:ext cx="8229600" cy="857400"/>
          </a:xfrm>
          <a:prstGeom prst="rect">
            <a:avLst/>
          </a:prstGeom>
          <a:noFill/>
          <a:ln>
            <a:noFill/>
          </a:ln>
        </p:spPr>
        <p:txBody>
          <a:bodyPr anchorCtr="0" anchor="b" bIns="91425" lIns="91425" rIns="91425" tIns="91425">
            <a:noAutofit/>
          </a:bodyPr>
          <a:lstStyle/>
          <a:p>
            <a:pPr indent="0" lvl="0" marL="0" marR="0" rtl="0" algn="ctr">
              <a:lnSpc>
                <a:spcPct val="100000"/>
              </a:lnSpc>
              <a:spcBef>
                <a:spcPts val="0"/>
              </a:spcBef>
              <a:spcAft>
                <a:spcPts val="0"/>
              </a:spcAft>
              <a:buClr>
                <a:schemeClr val="dk1"/>
              </a:buClr>
              <a:buSzPct val="25000"/>
              <a:buFont typeface="Montserrat"/>
              <a:buNone/>
            </a:pPr>
            <a:r>
              <a:t/>
            </a:r>
            <a:endParaRPr>
              <a:latin typeface="Montserrat"/>
              <a:ea typeface="Montserrat"/>
              <a:cs typeface="Montserrat"/>
              <a:sym typeface="Montserrat"/>
            </a:endParaRPr>
          </a:p>
          <a:p>
            <a:pPr indent="0" lvl="0" marL="0" marR="0" rtl="0" algn="ctr">
              <a:lnSpc>
                <a:spcPct val="100000"/>
              </a:lnSpc>
              <a:spcBef>
                <a:spcPts val="0"/>
              </a:spcBef>
              <a:spcAft>
                <a:spcPts val="0"/>
              </a:spcAft>
              <a:buClr>
                <a:schemeClr val="dk1"/>
              </a:buClr>
              <a:buSzPct val="25000"/>
              <a:buFont typeface="Montserrat"/>
              <a:buNone/>
            </a:pPr>
            <a:r>
              <a:rPr lang="en">
                <a:latin typeface="Montserrat"/>
                <a:ea typeface="Montserrat"/>
                <a:cs typeface="Montserrat"/>
                <a:sym typeface="Montserrat"/>
              </a:rPr>
              <a:t>GROUP BREAK OUT 3</a:t>
            </a:r>
          </a:p>
        </p:txBody>
      </p:sp>
      <p:sp>
        <p:nvSpPr>
          <p:cNvPr id="133" name="Shape 133"/>
          <p:cNvSpPr txBox="1"/>
          <p:nvPr>
            <p:ph type="ctrTitle"/>
          </p:nvPr>
        </p:nvSpPr>
        <p:spPr>
          <a:xfrm>
            <a:off x="147550" y="1211825"/>
            <a:ext cx="8466900" cy="3098100"/>
          </a:xfrm>
          <a:prstGeom prst="rect">
            <a:avLst/>
          </a:prstGeom>
        </p:spPr>
        <p:txBody>
          <a:bodyPr anchorCtr="0" anchor="b" bIns="91425" lIns="91425" rIns="91425" tIns="91425">
            <a:noAutofit/>
          </a:bodyPr>
          <a:lstStyle/>
          <a:p>
            <a:pPr lvl="0" rtl="0" algn="l">
              <a:spcBef>
                <a:spcPts val="0"/>
              </a:spcBef>
              <a:buNone/>
            </a:pPr>
            <a:r>
              <a:t/>
            </a:r>
            <a:endParaRPr sz="1400">
              <a:solidFill>
                <a:srgbClr val="48484A"/>
              </a:solidFill>
              <a:latin typeface="Hind"/>
              <a:ea typeface="Hind"/>
              <a:cs typeface="Hind"/>
              <a:sym typeface="Hind"/>
            </a:endParaRPr>
          </a:p>
          <a:p>
            <a:pPr lvl="0" rtl="0" algn="l">
              <a:spcBef>
                <a:spcPts val="0"/>
              </a:spcBef>
              <a:buNone/>
            </a:pPr>
            <a:r>
              <a:t/>
            </a:r>
            <a:endParaRPr sz="1400">
              <a:solidFill>
                <a:srgbClr val="48484A"/>
              </a:solidFill>
              <a:latin typeface="Hind"/>
              <a:ea typeface="Hind"/>
              <a:cs typeface="Hind"/>
              <a:sym typeface="Hind"/>
            </a:endParaRPr>
          </a:p>
          <a:p>
            <a:pPr lvl="0" rtl="0" algn="l">
              <a:spcBef>
                <a:spcPts val="0"/>
              </a:spcBef>
              <a:buNone/>
            </a:pPr>
            <a:r>
              <a:t/>
            </a:r>
            <a:endParaRPr sz="1400">
              <a:solidFill>
                <a:srgbClr val="48484A"/>
              </a:solidFill>
              <a:latin typeface="Hind"/>
              <a:ea typeface="Hind"/>
              <a:cs typeface="Hind"/>
              <a:sym typeface="Hind"/>
            </a:endParaRPr>
          </a:p>
          <a:p>
            <a:pPr lvl="0" rtl="0" algn="l">
              <a:spcBef>
                <a:spcPts val="0"/>
              </a:spcBef>
              <a:buNone/>
            </a:pPr>
            <a:r>
              <a:rPr lang="en" sz="1400">
                <a:solidFill>
                  <a:srgbClr val="48484A"/>
                </a:solidFill>
                <a:latin typeface="Hind"/>
                <a:ea typeface="Hind"/>
                <a:cs typeface="Hind"/>
                <a:sym typeface="Hind"/>
              </a:rPr>
              <a:t>Organizing Notes: </a:t>
            </a:r>
          </a:p>
          <a:p>
            <a:pPr lvl="0" rtl="0" algn="l">
              <a:spcBef>
                <a:spcPts val="0"/>
              </a:spcBef>
              <a:buNone/>
            </a:pPr>
            <a:r>
              <a:t/>
            </a:r>
            <a:endParaRPr sz="1400">
              <a:solidFill>
                <a:srgbClr val="48484A"/>
              </a:solidFill>
              <a:latin typeface="Hind"/>
              <a:ea typeface="Hind"/>
              <a:cs typeface="Hind"/>
              <a:sym typeface="Hind"/>
            </a:endParaRPr>
          </a:p>
          <a:p>
            <a:pPr lvl="0" rtl="0" algn="l">
              <a:spcBef>
                <a:spcPts val="0"/>
              </a:spcBef>
              <a:buNone/>
            </a:pPr>
            <a:r>
              <a:rPr lang="en" sz="1400">
                <a:solidFill>
                  <a:srgbClr val="48484A"/>
                </a:solidFill>
                <a:latin typeface="Hind"/>
                <a:ea typeface="Hind"/>
                <a:cs typeface="Hind"/>
                <a:sym typeface="Hind"/>
              </a:rPr>
              <a:t>Important Links:</a:t>
            </a:r>
          </a:p>
          <a:p>
            <a:pPr lvl="0" rtl="0" algn="l">
              <a:spcBef>
                <a:spcPts val="0"/>
              </a:spcBef>
              <a:buNone/>
            </a:pPr>
            <a:r>
              <a:t/>
            </a:r>
            <a:endParaRPr sz="1400">
              <a:solidFill>
                <a:srgbClr val="48484A"/>
              </a:solidFill>
              <a:latin typeface="Hind"/>
              <a:ea typeface="Hind"/>
              <a:cs typeface="Hind"/>
              <a:sym typeface="Hind"/>
            </a:endParaRPr>
          </a:p>
          <a:p>
            <a:pPr lvl="0" rtl="0" algn="l">
              <a:spcBef>
                <a:spcPts val="0"/>
              </a:spcBef>
              <a:buNone/>
            </a:pPr>
            <a:r>
              <a:rPr lang="en" sz="1400">
                <a:solidFill>
                  <a:srgbClr val="48484A"/>
                </a:solidFill>
                <a:latin typeface="Hind"/>
                <a:ea typeface="Hind"/>
                <a:cs typeface="Hind"/>
                <a:sym typeface="Hind"/>
              </a:rPr>
              <a:t>Actions/Results: </a:t>
            </a:r>
          </a:p>
          <a:p>
            <a:pPr lvl="0" rtl="0" algn="l">
              <a:spcBef>
                <a:spcPts val="0"/>
              </a:spcBef>
              <a:buNone/>
            </a:pPr>
            <a:r>
              <a:t/>
            </a:r>
            <a:endParaRPr sz="1400">
              <a:solidFill>
                <a:srgbClr val="48484A"/>
              </a:solidFill>
              <a:latin typeface="Hind"/>
              <a:ea typeface="Hind"/>
              <a:cs typeface="Hind"/>
              <a:sym typeface="Hind"/>
            </a:endParaRPr>
          </a:p>
          <a:p>
            <a:pPr lvl="0" rtl="0" algn="l">
              <a:spcBef>
                <a:spcPts val="0"/>
              </a:spcBef>
              <a:buNone/>
            </a:pPr>
            <a:r>
              <a:t/>
            </a:r>
            <a:endParaRPr sz="1400">
              <a:solidFill>
                <a:srgbClr val="48484A"/>
              </a:solidFill>
              <a:latin typeface="Hind"/>
              <a:ea typeface="Hind"/>
              <a:cs typeface="Hind"/>
              <a:sym typeface="Hind"/>
            </a:endParaRPr>
          </a:p>
          <a:p>
            <a:pPr lvl="0" rtl="0" algn="l">
              <a:spcBef>
                <a:spcPts val="0"/>
              </a:spcBef>
              <a:buClr>
                <a:schemeClr val="dk1"/>
              </a:buClr>
              <a:buSzPct val="25000"/>
              <a:buFont typeface="Hind"/>
              <a:buNone/>
            </a:pPr>
            <a:r>
              <a:t/>
            </a:r>
            <a:endParaRPr sz="3000"/>
          </a:p>
          <a:p>
            <a:pPr lvl="0" rtl="0" algn="l">
              <a:spcBef>
                <a:spcPts val="0"/>
              </a:spcBef>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37" name="Shape 137"/>
        <p:cNvGrpSpPr/>
        <p:nvPr/>
      </p:nvGrpSpPr>
      <p:grpSpPr>
        <a:xfrm>
          <a:off x="0" y="0"/>
          <a:ext cx="0" cy="0"/>
          <a:chOff x="0" y="0"/>
          <a:chExt cx="0" cy="0"/>
        </a:xfrm>
      </p:grpSpPr>
      <p:sp>
        <p:nvSpPr>
          <p:cNvPr id="138" name="Shape 138"/>
          <p:cNvSpPr/>
          <p:nvPr/>
        </p:nvSpPr>
        <p:spPr>
          <a:xfrm>
            <a:off x="21975" y="16481"/>
            <a:ext cx="9144000" cy="5143500"/>
          </a:xfrm>
          <a:prstGeom prst="rect">
            <a:avLst/>
          </a:prstGeom>
          <a:solidFill>
            <a:srgbClr val="00B6AA"/>
          </a:solidFill>
          <a:ln cap="flat" cmpd="sng" w="19050">
            <a:solidFill>
              <a:schemeClr val="dk2"/>
            </a:solidFill>
            <a:prstDash val="solid"/>
            <a:round/>
            <a:headEnd len="med" w="med" type="none"/>
            <a:tailEnd len="med" w="med" type="none"/>
          </a:ln>
        </p:spPr>
        <p:txBody>
          <a:bodyPr anchorCtr="0" anchor="ctr" bIns="91425" lIns="91425" rIns="91425" tIns="91425">
            <a:noAutofit/>
          </a:bodyPr>
          <a:lstStyle/>
          <a:p>
            <a:pPr indent="0" lvl="0" marL="0" marR="0" rtl="0" algn="l">
              <a:lnSpc>
                <a:spcPct val="100000"/>
              </a:lnSpc>
              <a:spcBef>
                <a:spcPts val="0"/>
              </a:spcBef>
              <a:spcAft>
                <a:spcPts val="0"/>
              </a:spcAft>
              <a:buClr>
                <a:srgbClr val="000000"/>
              </a:buClr>
              <a:buFont typeface="Arial"/>
              <a:buNone/>
            </a:pPr>
            <a:r>
              <a:t/>
            </a:r>
            <a:endParaRPr b="0" i="0" sz="1400" u="none" cap="none" strike="noStrike">
              <a:solidFill>
                <a:srgbClr val="000000"/>
              </a:solidFill>
              <a:latin typeface="Arial"/>
              <a:ea typeface="Arial"/>
              <a:cs typeface="Arial"/>
              <a:sym typeface="Arial"/>
            </a:endParaRPr>
          </a:p>
        </p:txBody>
      </p:sp>
      <p:sp>
        <p:nvSpPr>
          <p:cNvPr id="139" name="Shape 139"/>
          <p:cNvSpPr txBox="1"/>
          <p:nvPr>
            <p:ph type="title"/>
          </p:nvPr>
        </p:nvSpPr>
        <p:spPr>
          <a:xfrm>
            <a:off x="432025" y="1461054"/>
            <a:ext cx="8229600" cy="1767900"/>
          </a:xfrm>
          <a:prstGeom prst="rect">
            <a:avLst/>
          </a:prstGeom>
          <a:noFill/>
          <a:ln>
            <a:noFill/>
          </a:ln>
        </p:spPr>
        <p:txBody>
          <a:bodyPr anchorCtr="0" anchor="ctr" bIns="91425" lIns="91425" rIns="91425" tIns="91425">
            <a:noAutofit/>
          </a:bodyPr>
          <a:lstStyle/>
          <a:p>
            <a:pPr indent="0" lvl="0" marL="0" marR="0" rtl="0" algn="ctr">
              <a:lnSpc>
                <a:spcPct val="100000"/>
              </a:lnSpc>
              <a:spcBef>
                <a:spcPts val="0"/>
              </a:spcBef>
              <a:spcAft>
                <a:spcPts val="0"/>
              </a:spcAft>
              <a:buClr>
                <a:schemeClr val="dk2"/>
              </a:buClr>
              <a:buSzPct val="25000"/>
              <a:buFont typeface="Montserrat"/>
              <a:buNone/>
            </a:pPr>
            <a:r>
              <a:rPr b="0" i="0" lang="en" sz="3000" u="none" cap="none" strike="noStrike">
                <a:solidFill>
                  <a:srgbClr val="FFFFFF"/>
                </a:solidFill>
                <a:latin typeface="Montserrat"/>
                <a:ea typeface="Montserrat"/>
                <a:cs typeface="Montserrat"/>
                <a:sym typeface="Montserrat"/>
              </a:rPr>
              <a:t>Please refer any questions to</a:t>
            </a:r>
            <a:br>
              <a:rPr b="0" i="0" lang="en" sz="3000" u="none" cap="none" strike="noStrike">
                <a:solidFill>
                  <a:srgbClr val="FFFFFF"/>
                </a:solidFill>
                <a:latin typeface="Montserrat"/>
                <a:ea typeface="Montserrat"/>
                <a:cs typeface="Montserrat"/>
                <a:sym typeface="Montserrat"/>
              </a:rPr>
            </a:br>
            <a:br>
              <a:rPr b="1" i="0" lang="en" sz="3000" u="none" cap="none" strike="noStrike">
                <a:solidFill>
                  <a:srgbClr val="FFFFFF"/>
                </a:solidFill>
                <a:latin typeface="Montserrat"/>
                <a:ea typeface="Montserrat"/>
                <a:cs typeface="Montserrat"/>
                <a:sym typeface="Montserrat"/>
              </a:rPr>
            </a:br>
            <a:r>
              <a:rPr b="1" i="0" lang="en" sz="3000" u="none" cap="none" strike="noStrike">
                <a:solidFill>
                  <a:srgbClr val="FFFFFF"/>
                </a:solidFill>
                <a:latin typeface="Montserrat"/>
                <a:ea typeface="Montserrat"/>
                <a:cs typeface="Montserrat"/>
                <a:sym typeface="Montserrat"/>
              </a:rPr>
              <a:t>siliconvalley</a:t>
            </a:r>
            <a:r>
              <a:rPr b="0" i="0" lang="en" sz="3000" u="none" cap="none" strike="noStrike">
                <a:solidFill>
                  <a:srgbClr val="FFFFFF"/>
                </a:solidFill>
                <a:latin typeface="Montserrat"/>
                <a:ea typeface="Montserrat"/>
                <a:cs typeface="Montserrat"/>
                <a:sym typeface="Montserrat"/>
              </a:rPr>
              <a:t>@womenwhocode.com</a:t>
            </a:r>
          </a:p>
        </p:txBody>
      </p:sp>
    </p:spTree>
  </p:cSld>
  <p:clrMapOvr>
    <a:masterClrMapping/>
  </p:clrMapOvr>
</p:sld>
</file>

<file path=ppt/theme/theme1.xml><?xml version="1.0" encoding="utf-8"?>
<a:theme xmlns:a="http://schemas.openxmlformats.org/drawingml/2006/main" xmlns:r="http://schemas.openxmlformats.org/officeDocument/2006/relationships"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light-2">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WWCode Teal Bar">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