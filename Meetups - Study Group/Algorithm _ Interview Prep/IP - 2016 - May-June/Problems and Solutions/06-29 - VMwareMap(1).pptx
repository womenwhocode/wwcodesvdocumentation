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39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8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3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94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5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15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93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2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019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9A529-5DF9-4468-ACE3-FC3215D01C6C}" type="datetimeFigureOut">
              <a:rPr lang="en-US" smtClean="0"/>
              <a:t>6/24/2016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F348B-8899-4DE6-8937-5250509F4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9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249" y="1422400"/>
            <a:ext cx="7842770" cy="46771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3345" y="508000"/>
            <a:ext cx="355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3425 </a:t>
            </a:r>
            <a:r>
              <a:rPr lang="en-US" b="1" dirty="0" err="1" smtClean="0"/>
              <a:t>Hillview</a:t>
            </a:r>
            <a:r>
              <a:rPr lang="en-US" b="1" dirty="0" smtClean="0"/>
              <a:t> Ave (Hilltop A Lobby)</a:t>
            </a:r>
          </a:p>
          <a:p>
            <a:r>
              <a:rPr lang="en-US" b="1" dirty="0" smtClean="0"/>
              <a:t>Entrance </a:t>
            </a:r>
            <a:endParaRPr lang="en-US" b="1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671782" y="969818"/>
            <a:ext cx="4331854" cy="25861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43345" y="6400800"/>
            <a:ext cx="4119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Park Here</a:t>
            </a:r>
            <a:endParaRPr lang="en-US" b="1" dirty="0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1570182" y="4645891"/>
            <a:ext cx="2844800" cy="19062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99418" y="1246909"/>
            <a:ext cx="254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Onsite Contact: </a:t>
            </a:r>
          </a:p>
          <a:p>
            <a:r>
              <a:rPr lang="en-US" dirty="0" smtClean="0"/>
              <a:t>Matthew Ament</a:t>
            </a:r>
          </a:p>
          <a:p>
            <a:r>
              <a:rPr lang="en-US" dirty="0" smtClean="0"/>
              <a:t>Cell: 1-408-796-8056 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291782" y="2493818"/>
            <a:ext cx="2447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Matt Ament will collect WWC members from the lobby and escort to the conference room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07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VMware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Ament</dc:creator>
  <cp:lastModifiedBy>Matthew Ament</cp:lastModifiedBy>
  <cp:revision>1</cp:revision>
  <dcterms:created xsi:type="dcterms:W3CDTF">2016-06-25T00:35:49Z</dcterms:created>
  <dcterms:modified xsi:type="dcterms:W3CDTF">2016-06-25T00:35:58Z</dcterms:modified>
</cp:coreProperties>
</file>