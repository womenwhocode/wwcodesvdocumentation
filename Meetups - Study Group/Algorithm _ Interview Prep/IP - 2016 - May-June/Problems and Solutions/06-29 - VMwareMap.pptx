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2" name="Shape 8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/>
          <p:nvPr>
            <p:ph type="ctrTitle"/>
          </p:nvPr>
        </p:nvSpPr>
        <p:spPr>
          <a:xfrm>
            <a:off x="1524000" y="11223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1524000" y="3602037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Shape 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type="title"/>
          </p:nvPr>
        </p:nvSpPr>
        <p:spPr>
          <a:xfrm>
            <a:off x="831850" y="1709738"/>
            <a:ext cx="10515599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5" name="Shape 25"/>
          <p:cNvSpPr txBox="1"/>
          <p:nvPr>
            <p:ph idx="1" type="body"/>
          </p:nvPr>
        </p:nvSpPr>
        <p:spPr>
          <a:xfrm>
            <a:off x="831850" y="4589462"/>
            <a:ext cx="1051559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rgbClr val="888888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839787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x="839787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839787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3" type="body"/>
          </p:nvPr>
        </p:nvSpPr>
        <p:spPr>
          <a:xfrm>
            <a:off x="6172200" y="1681163"/>
            <a:ext cx="5183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4" type="body"/>
          </p:nvPr>
        </p:nvSpPr>
        <p:spPr>
          <a:xfrm>
            <a:off x="6172200" y="2505075"/>
            <a:ext cx="51831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7" name="Shape 47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54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08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839787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/>
          <p:nvPr>
            <p:ph idx="2" type="pic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839787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0" name="Shape 70"/>
          <p:cNvSpPr txBox="1"/>
          <p:nvPr>
            <p:ph idx="1" type="body"/>
          </p:nvPr>
        </p:nvSpPr>
        <p:spPr>
          <a:xfrm rot="5400000">
            <a:off x="3920331" y="-1256505"/>
            <a:ext cx="4351338" cy="10515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Shape 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>
            <p:ph type="title"/>
          </p:nvPr>
        </p:nvSpPr>
        <p:spPr>
          <a:xfrm rot="5400000">
            <a:off x="7133431" y="1956594"/>
            <a:ext cx="5811838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6" name="Shape 76"/>
          <p:cNvSpPr txBox="1"/>
          <p:nvPr>
            <p:ph idx="1" type="body"/>
          </p:nvPr>
        </p:nvSpPr>
        <p:spPr>
          <a:xfrm rot="5400000">
            <a:off x="1799431" y="-596105"/>
            <a:ext cx="5811838" cy="7734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Shape 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Shape 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Shape 10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Shape 84"/>
          <p:cNvPicPr preferRelativeResize="0"/>
          <p:nvPr/>
        </p:nvPicPr>
        <p:blipFill/>
        <p:spPr>
          <a:xfrm>
            <a:off x="1205249" y="1422400"/>
            <a:ext cx="7842769" cy="467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85" name="Shape 85"/>
          <p:cNvSpPr txBox="1"/>
          <p:nvPr/>
        </p:nvSpPr>
        <p:spPr>
          <a:xfrm>
            <a:off x="443345" y="508000"/>
            <a:ext cx="355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3425 Hillview Ave (Hilltop A Lobby)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Entrance </a:t>
            </a:r>
          </a:p>
        </p:txBody>
      </p:sp>
      <p:cxnSp>
        <p:nvCxnSpPr>
          <p:cNvPr id="86" name="Shape 86"/>
          <p:cNvCxnSpPr/>
          <p:nvPr/>
        </p:nvCxnSpPr>
        <p:spPr>
          <a:xfrm>
            <a:off x="1671782" y="969817"/>
            <a:ext cx="4331854" cy="2586181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87" name="Shape 87"/>
          <p:cNvSpPr txBox="1"/>
          <p:nvPr/>
        </p:nvSpPr>
        <p:spPr>
          <a:xfrm>
            <a:off x="443345" y="6400800"/>
            <a:ext cx="41194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 Here</a:t>
            </a:r>
          </a:p>
        </p:txBody>
      </p:sp>
      <p:cxnSp>
        <p:nvCxnSpPr>
          <p:cNvPr id="88" name="Shape 88"/>
          <p:cNvCxnSpPr/>
          <p:nvPr/>
        </p:nvCxnSpPr>
        <p:spPr>
          <a:xfrm flipH="1" rot="10800000">
            <a:off x="1570182" y="4645891"/>
            <a:ext cx="2844800" cy="190623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89" name="Shape 89"/>
          <p:cNvSpPr txBox="1"/>
          <p:nvPr/>
        </p:nvSpPr>
        <p:spPr>
          <a:xfrm>
            <a:off x="9199417" y="1246908"/>
            <a:ext cx="2540000" cy="92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Onsite Contact: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Matthew Ament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Cell: 1-408-796-8056 </a:t>
            </a:r>
          </a:p>
        </p:txBody>
      </p:sp>
      <p:sp>
        <p:nvSpPr>
          <p:cNvPr id="90" name="Shape 90"/>
          <p:cNvSpPr txBox="1"/>
          <p:nvPr/>
        </p:nvSpPr>
        <p:spPr>
          <a:xfrm>
            <a:off x="9291782" y="2493817"/>
            <a:ext cx="24476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Matt Ament will collect WWC members from the lobby and escort to the conference room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