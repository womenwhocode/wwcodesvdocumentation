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66" r:id="rId3"/>
    <p:sldMasterId id="2147483667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Shape 80"/>
          <p:cNvSpPr/>
          <p:nvPr>
            <p:ph idx="2" type="sldImg"/>
          </p:nvPr>
        </p:nvSpPr>
        <p:spPr>
          <a:xfrm>
            <a:off x="380999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ctrTitle"/>
          </p:nvPr>
        </p:nvSpPr>
        <p:spPr>
          <a:xfrm>
            <a:off x="685800" y="1597818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0" type="dt"/>
          </p:nvPr>
        </p:nvSpPr>
        <p:spPr>
          <a:xfrm>
            <a:off x="457200" y="476726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3124200" y="4767262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6553200" y="476726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type="title"/>
          </p:nvPr>
        </p:nvSpPr>
        <p:spPr>
          <a:xfrm>
            <a:off x="457200" y="20597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WWCode Templat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/>
          <p:nvPr>
            <p:ph type="title"/>
          </p:nvPr>
        </p:nvSpPr>
        <p:spPr>
          <a:xfrm>
            <a:off x="484810" y="20597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Montserrat"/>
              <a:buNone/>
              <a:defRPr b="1" i="0" sz="3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rtl="0">
              <a:spcBef>
                <a:spcPts val="0"/>
              </a:spcBef>
              <a:buClr>
                <a:schemeClr val="dk2"/>
              </a:buClr>
              <a:buFont typeface="Montserrat"/>
              <a:buNone/>
              <a:defRPr b="1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430850" y="971550"/>
            <a:ext cx="82836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38100" lvl="2" marL="1143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600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057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»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27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2700" lvl="6" marL="2971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2700" lvl="7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2700" lvl="8" marL="3886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52526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rgbClr val="2525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0" type="dt"/>
          </p:nvPr>
        </p:nvSpPr>
        <p:spPr>
          <a:xfrm>
            <a:off x="457200" y="476726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1" type="ftr"/>
          </p:nvPr>
        </p:nvSpPr>
        <p:spPr>
          <a:xfrm>
            <a:off x="3124200" y="4767262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6553200" y="476726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457200" y="20597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2" type="body"/>
          </p:nvPr>
        </p:nvSpPr>
        <p:spPr>
          <a:xfrm>
            <a:off x="4692273" y="1200150"/>
            <a:ext cx="3994499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x="457200" y="20597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idx="1" type="body"/>
          </p:nvPr>
        </p:nvSpPr>
        <p:spPr>
          <a:xfrm>
            <a:off x="457200" y="4406308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457200" y="20597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Shape 53"/>
          <p:cNvSpPr/>
          <p:nvPr/>
        </p:nvSpPr>
        <p:spPr>
          <a:xfrm>
            <a:off x="0" y="5001281"/>
            <a:ext cx="9144000" cy="163200"/>
          </a:xfrm>
          <a:prstGeom prst="rect">
            <a:avLst/>
          </a:prstGeom>
          <a:solidFill>
            <a:srgbClr val="00B6AA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meetup.com/Women-Who-Code-SiliconValleywww.womenwhocode.com/sv" TargetMode="External"/><Relationship Id="rId4" Type="http://schemas.openxmlformats.org/officeDocument/2006/relationships/hyperlink" Target="http://www.facebook.com/WomenWhoCodeSiliconValley" TargetMode="External"/><Relationship Id="rId5" Type="http://schemas.openxmlformats.org/officeDocument/2006/relationships/hyperlink" Target="http://wwc-siliconvalley.slack.com" TargetMode="External"/><Relationship Id="rId6" Type="http://schemas.openxmlformats.org/officeDocument/2006/relationships/image" Target="../media/image0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/>
          <p:nvPr/>
        </p:nvSpPr>
        <p:spPr>
          <a:xfrm>
            <a:off x="74" y="1817725"/>
            <a:ext cx="91440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Meetup: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http://www.meetup.com/Women-Who-Code-SiliconValley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Like us on Facebook: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http://www.facebook.com/WomenWhoCodeSiliconValley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Facebook Group: Women Who Code - Silicon Valley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Follow: @wwc_sv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Tweet: #VentureHackClub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Slack: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http://wwc-siliconvalley.slack.com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rPr lang="en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Email: siliconvalley@womenwhocode.com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Font typeface="Calibri"/>
              <a:buNone/>
            </a:pPr>
            <a:r>
              <a:t/>
            </a:r>
            <a:endParaRPr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WCode_Silicon Valley_Binary.jpg" id="83" name="Shape 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1200" y="138324"/>
            <a:ext cx="3134100" cy="18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C-SV-VHC-3-16-SM-fly-desktop.jpg" id="88" name="Shape 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003" y="0"/>
            <a:ext cx="66719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/>
          <p:nvPr/>
        </p:nvSpPr>
        <p:spPr>
          <a:xfrm>
            <a:off x="455350" y="4986625"/>
            <a:ext cx="67437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WCode Teal Bar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